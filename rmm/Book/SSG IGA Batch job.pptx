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docProps/custom.xml" ContentType="application/vnd.openxmlformats-officedocument.custom-propertie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636" r:id="rId2"/>
    <p:sldId id="637" r:id="rId3"/>
    <p:sldId id="639" r:id="rId4"/>
    <p:sldId id="640" r:id="rId5"/>
    <p:sldId id="641" r:id="rId6"/>
    <p:sldId id="644" r:id="rId7"/>
    <p:sldId id="645" r:id="rId8"/>
    <p:sldId id="646" r:id="rId9"/>
    <p:sldId id="647" r:id="rId10"/>
    <p:sldId id="648" r:id="rId11"/>
    <p:sldId id="649" r:id="rId12"/>
    <p:sldId id="650" r:id="rId13"/>
    <p:sldId id="651" r:id="rId14"/>
    <p:sldId id="652" r:id="rId15"/>
    <p:sldId id="653" r:id="rId16"/>
    <p:sldId id="654" r:id="rId17"/>
    <p:sldId id="655" r:id="rId18"/>
    <p:sldId id="656" r:id="rId19"/>
    <p:sldId id="657" r:id="rId20"/>
    <p:sldId id="658" r:id="rId21"/>
    <p:sldId id="659" r:id="rId22"/>
    <p:sldId id="660" r:id="rId23"/>
    <p:sldId id="661" r:id="rId24"/>
    <p:sldId id="662" r:id="rId25"/>
    <p:sldId id="663" r:id="rId26"/>
    <p:sldId id="664" r:id="rId27"/>
    <p:sldId id="665" r:id="rId28"/>
    <p:sldId id="666" r:id="rId29"/>
    <p:sldId id="667" r:id="rId30"/>
  </p:sldIdLst>
  <p:sldSz cx="9144000" cy="6858000" type="screen4x3"/>
  <p:notesSz cx="7099300" cy="10234613"/>
  <p:defaultTextStyle>
    <a:defPPr>
      <a:defRPr lang="en-GB"/>
    </a:defPPr>
    <a:lvl1pPr algn="l" defTabSz="457200" rtl="0" fontAlgn="base">
      <a:spcBef>
        <a:spcPct val="0"/>
      </a:spcBef>
      <a:spcAft>
        <a:spcPct val="0"/>
      </a:spcAft>
      <a:buClr>
        <a:srgbClr val="48F185"/>
      </a:buClr>
      <a:buFont typeface="Times New Roman" pitchFamily="18" charset="0"/>
      <a:defRPr sz="1600" kern="1200">
        <a:solidFill>
          <a:schemeClr val="bg1"/>
        </a:solidFill>
        <a:latin typeface="Arial" pitchFamily="34" charset="0"/>
        <a:ea typeface="+mn-ea"/>
        <a:cs typeface="Lucida Sans Unicode" pitchFamily="34" charset="0"/>
      </a:defRPr>
    </a:lvl1pPr>
    <a:lvl2pPr marL="457200" algn="l" defTabSz="457200" rtl="0" fontAlgn="base">
      <a:spcBef>
        <a:spcPct val="0"/>
      </a:spcBef>
      <a:spcAft>
        <a:spcPct val="0"/>
      </a:spcAft>
      <a:buClr>
        <a:srgbClr val="48F185"/>
      </a:buClr>
      <a:buFont typeface="Times New Roman" pitchFamily="18" charset="0"/>
      <a:defRPr sz="1600" kern="1200">
        <a:solidFill>
          <a:schemeClr val="bg1"/>
        </a:solidFill>
        <a:latin typeface="Arial" pitchFamily="34" charset="0"/>
        <a:ea typeface="+mn-ea"/>
        <a:cs typeface="Lucida Sans Unicode" pitchFamily="34" charset="0"/>
      </a:defRPr>
    </a:lvl2pPr>
    <a:lvl3pPr marL="914400" algn="l" defTabSz="457200" rtl="0" fontAlgn="base">
      <a:spcBef>
        <a:spcPct val="0"/>
      </a:spcBef>
      <a:spcAft>
        <a:spcPct val="0"/>
      </a:spcAft>
      <a:buClr>
        <a:srgbClr val="48F185"/>
      </a:buClr>
      <a:buFont typeface="Times New Roman" pitchFamily="18" charset="0"/>
      <a:defRPr sz="1600" kern="1200">
        <a:solidFill>
          <a:schemeClr val="bg1"/>
        </a:solidFill>
        <a:latin typeface="Arial" pitchFamily="34" charset="0"/>
        <a:ea typeface="+mn-ea"/>
        <a:cs typeface="Lucida Sans Unicode" pitchFamily="34" charset="0"/>
      </a:defRPr>
    </a:lvl3pPr>
    <a:lvl4pPr marL="1371600" algn="l" defTabSz="457200" rtl="0" fontAlgn="base">
      <a:spcBef>
        <a:spcPct val="0"/>
      </a:spcBef>
      <a:spcAft>
        <a:spcPct val="0"/>
      </a:spcAft>
      <a:buClr>
        <a:srgbClr val="48F185"/>
      </a:buClr>
      <a:buFont typeface="Times New Roman" pitchFamily="18" charset="0"/>
      <a:defRPr sz="1600" kern="1200">
        <a:solidFill>
          <a:schemeClr val="bg1"/>
        </a:solidFill>
        <a:latin typeface="Arial" pitchFamily="34" charset="0"/>
        <a:ea typeface="+mn-ea"/>
        <a:cs typeface="Lucida Sans Unicode" pitchFamily="34" charset="0"/>
      </a:defRPr>
    </a:lvl4pPr>
    <a:lvl5pPr marL="1828800" algn="l" defTabSz="457200" rtl="0" fontAlgn="base">
      <a:spcBef>
        <a:spcPct val="0"/>
      </a:spcBef>
      <a:spcAft>
        <a:spcPct val="0"/>
      </a:spcAft>
      <a:buClr>
        <a:srgbClr val="48F185"/>
      </a:buClr>
      <a:buFont typeface="Times New Roman" pitchFamily="18" charset="0"/>
      <a:defRPr sz="1600" kern="1200">
        <a:solidFill>
          <a:schemeClr val="bg1"/>
        </a:solidFill>
        <a:latin typeface="Arial" pitchFamily="34" charset="0"/>
        <a:ea typeface="+mn-ea"/>
        <a:cs typeface="Lucida Sans Unicode" pitchFamily="34" charset="0"/>
      </a:defRPr>
    </a:lvl5pPr>
    <a:lvl6pPr marL="2286000" algn="l" defTabSz="914400" rtl="0" eaLnBrk="1" latinLnBrk="0" hangingPunct="1">
      <a:defRPr sz="1600" kern="1200">
        <a:solidFill>
          <a:schemeClr val="bg1"/>
        </a:solidFill>
        <a:latin typeface="Arial" pitchFamily="34" charset="0"/>
        <a:ea typeface="+mn-ea"/>
        <a:cs typeface="Lucida Sans Unicode" pitchFamily="34" charset="0"/>
      </a:defRPr>
    </a:lvl6pPr>
    <a:lvl7pPr marL="2743200" algn="l" defTabSz="914400" rtl="0" eaLnBrk="1" latinLnBrk="0" hangingPunct="1">
      <a:defRPr sz="1600" kern="1200">
        <a:solidFill>
          <a:schemeClr val="bg1"/>
        </a:solidFill>
        <a:latin typeface="Arial" pitchFamily="34" charset="0"/>
        <a:ea typeface="+mn-ea"/>
        <a:cs typeface="Lucida Sans Unicode" pitchFamily="34" charset="0"/>
      </a:defRPr>
    </a:lvl7pPr>
    <a:lvl8pPr marL="3200400" algn="l" defTabSz="914400" rtl="0" eaLnBrk="1" latinLnBrk="0" hangingPunct="1">
      <a:defRPr sz="1600" kern="1200">
        <a:solidFill>
          <a:schemeClr val="bg1"/>
        </a:solidFill>
        <a:latin typeface="Arial" pitchFamily="34" charset="0"/>
        <a:ea typeface="+mn-ea"/>
        <a:cs typeface="Lucida Sans Unicode" pitchFamily="34" charset="0"/>
      </a:defRPr>
    </a:lvl8pPr>
    <a:lvl9pPr marL="3657600" algn="l" defTabSz="914400" rtl="0" eaLnBrk="1" latinLnBrk="0" hangingPunct="1">
      <a:defRPr sz="1600" kern="1200">
        <a:solidFill>
          <a:schemeClr val="bg1"/>
        </a:solidFill>
        <a:latin typeface="Arial" pitchFamily="34" charset="0"/>
        <a:ea typeface="+mn-ea"/>
        <a:cs typeface="Lucida Sans Unicode"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webPr encoding="gb2312"/>
  <p:showPr>
    <p:present/>
    <p:sldAll/>
    <p:penClr>
      <a:schemeClr val="tx1"/>
    </p:penClr>
  </p:showPr>
  <p:clrMru>
    <a:srgbClr val="DDDDDD"/>
    <a:srgbClr val="FF9966"/>
    <a:srgbClr val="FF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67736" autoAdjust="0"/>
  </p:normalViewPr>
  <p:slideViewPr>
    <p:cSldViewPr>
      <p:cViewPr varScale="1">
        <p:scale>
          <a:sx n="87" d="100"/>
          <a:sy n="87" d="100"/>
        </p:scale>
        <p:origin x="-2292" y="-78"/>
      </p:cViewPr>
      <p:guideLst>
        <p:guide orient="horz" pos="3022"/>
        <p:guide pos="285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p:nvPr>
        </p:nvSpPr>
        <p:spPr bwMode="auto">
          <a:xfrm>
            <a:off x="0" y="0"/>
            <a:ext cx="3073400" cy="509588"/>
          </a:xfrm>
          <a:prstGeom prst="rect">
            <a:avLst/>
          </a:prstGeom>
          <a:noFill/>
          <a:ln w="9525">
            <a:noFill/>
            <a:miter lim="800000"/>
            <a:headEnd/>
            <a:tailEnd/>
          </a:ln>
          <a:effectLst/>
        </p:spPr>
        <p:txBody>
          <a:bodyPr vert="horz" wrap="square" lIns="98914" tIns="49646" rIns="98914" bIns="49646" numCol="1" anchor="t" anchorCtr="0" compatLnSpc="1">
            <a:prstTxWarp prst="textNoShape">
              <a:avLst/>
            </a:prstTxWarp>
          </a:bodyPr>
          <a:lstStyle>
            <a:lvl1pPr defTabSz="482600">
              <a:buSzPct val="100000"/>
              <a:tabLst>
                <a:tab pos="762000" algn="l"/>
                <a:tab pos="1524000" algn="l"/>
                <a:tab pos="2284413" algn="l"/>
                <a:tab pos="3048000" algn="l"/>
              </a:tabLst>
              <a:defRPr sz="1300" smtClean="0">
                <a:latin typeface="Arial" charset="0"/>
                <a:ea typeface="宋体" pitchFamily="2" charset="-122"/>
              </a:defRPr>
            </a:lvl1pPr>
          </a:lstStyle>
          <a:p>
            <a:pPr>
              <a:defRPr/>
            </a:pPr>
            <a:endParaRPr lang="en-US" altLang="zh-CN"/>
          </a:p>
        </p:txBody>
      </p:sp>
      <p:sp>
        <p:nvSpPr>
          <p:cNvPr id="3075" name="Rectangle 3"/>
          <p:cNvSpPr>
            <a:spLocks noGrp="1" noChangeArrowheads="1"/>
          </p:cNvSpPr>
          <p:nvPr>
            <p:ph type="dt"/>
          </p:nvPr>
        </p:nvSpPr>
        <p:spPr bwMode="auto">
          <a:xfrm>
            <a:off x="4021138" y="0"/>
            <a:ext cx="3073400" cy="509588"/>
          </a:xfrm>
          <a:prstGeom prst="rect">
            <a:avLst/>
          </a:prstGeom>
          <a:noFill/>
          <a:ln w="9525">
            <a:noFill/>
            <a:miter lim="800000"/>
            <a:headEnd/>
            <a:tailEnd/>
          </a:ln>
          <a:effectLst/>
        </p:spPr>
        <p:txBody>
          <a:bodyPr vert="horz" wrap="square" lIns="98914" tIns="49646" rIns="98914" bIns="49646" numCol="1" anchor="t" anchorCtr="0" compatLnSpc="1">
            <a:prstTxWarp prst="textNoShape">
              <a:avLst/>
            </a:prstTxWarp>
          </a:bodyPr>
          <a:lstStyle>
            <a:lvl1pPr algn="r" defTabSz="482600">
              <a:buSzPct val="100000"/>
              <a:tabLst>
                <a:tab pos="762000" algn="l"/>
                <a:tab pos="1524000" algn="l"/>
                <a:tab pos="2284413" algn="l"/>
                <a:tab pos="3048000" algn="l"/>
              </a:tabLst>
              <a:defRPr sz="1300" smtClean="0">
                <a:latin typeface="Arial" charset="0"/>
                <a:ea typeface="宋体" pitchFamily="2" charset="-122"/>
              </a:defRPr>
            </a:lvl1pPr>
          </a:lstStyle>
          <a:p>
            <a:pPr>
              <a:defRPr/>
            </a:pPr>
            <a:endParaRPr lang="en-US" altLang="zh-CN"/>
          </a:p>
        </p:txBody>
      </p:sp>
      <p:sp>
        <p:nvSpPr>
          <p:cNvPr id="145412" name="Rectangle 4"/>
          <p:cNvSpPr>
            <a:spLocks noGrp="1" noRot="1" noChangeAspect="1" noChangeArrowheads="1"/>
          </p:cNvSpPr>
          <p:nvPr>
            <p:ph type="sldImg"/>
          </p:nvPr>
        </p:nvSpPr>
        <p:spPr bwMode="auto">
          <a:xfrm>
            <a:off x="992188" y="768350"/>
            <a:ext cx="5113337" cy="3835400"/>
          </a:xfrm>
          <a:prstGeom prst="rect">
            <a:avLst/>
          </a:prstGeom>
          <a:noFill/>
          <a:ln w="9525">
            <a:noFill/>
            <a:miter lim="800000"/>
            <a:headEnd/>
            <a:tailEnd/>
          </a:ln>
        </p:spPr>
      </p:sp>
      <p:sp>
        <p:nvSpPr>
          <p:cNvPr id="3077" name="Rectangle 5"/>
          <p:cNvSpPr>
            <a:spLocks noGrp="1" noChangeArrowheads="1"/>
          </p:cNvSpPr>
          <p:nvPr>
            <p:ph type="body"/>
          </p:nvPr>
        </p:nvSpPr>
        <p:spPr bwMode="auto">
          <a:xfrm>
            <a:off x="711200" y="4859338"/>
            <a:ext cx="5675313" cy="4603750"/>
          </a:xfrm>
          <a:prstGeom prst="rect">
            <a:avLst/>
          </a:prstGeom>
          <a:noFill/>
          <a:ln w="9525">
            <a:noFill/>
            <a:miter lim="800000"/>
            <a:headEnd/>
            <a:tailEnd/>
          </a:ln>
          <a:effectLst/>
        </p:spPr>
        <p:txBody>
          <a:bodyPr vert="horz" wrap="square" lIns="98914" tIns="49646" rIns="98914" bIns="49646" numCol="1" anchor="ctr" anchorCtr="0" compatLnSpc="1">
            <a:prstTxWarp prst="textNoShape">
              <a:avLst/>
            </a:prstTxWarp>
          </a:bodyPr>
          <a:lstStyle/>
          <a:p>
            <a:pPr lvl="0"/>
            <a:endParaRPr lang="en-US" noProof="0" smtClean="0"/>
          </a:p>
        </p:txBody>
      </p:sp>
      <p:sp>
        <p:nvSpPr>
          <p:cNvPr id="3078" name="Rectangle 6"/>
          <p:cNvSpPr>
            <a:spLocks noGrp="1" noChangeArrowheads="1"/>
          </p:cNvSpPr>
          <p:nvPr>
            <p:ph type="ftr"/>
          </p:nvPr>
        </p:nvSpPr>
        <p:spPr bwMode="auto">
          <a:xfrm>
            <a:off x="0" y="9720263"/>
            <a:ext cx="3073400" cy="509587"/>
          </a:xfrm>
          <a:prstGeom prst="rect">
            <a:avLst/>
          </a:prstGeom>
          <a:noFill/>
          <a:ln w="9525">
            <a:noFill/>
            <a:miter lim="800000"/>
            <a:headEnd/>
            <a:tailEnd/>
          </a:ln>
          <a:effectLst/>
        </p:spPr>
        <p:txBody>
          <a:bodyPr vert="horz" wrap="square" lIns="98914" tIns="49646" rIns="98914" bIns="49646" numCol="1" anchor="b" anchorCtr="0" compatLnSpc="1">
            <a:prstTxWarp prst="textNoShape">
              <a:avLst/>
            </a:prstTxWarp>
          </a:bodyPr>
          <a:lstStyle>
            <a:lvl1pPr defTabSz="482600">
              <a:buSzPct val="100000"/>
              <a:tabLst>
                <a:tab pos="762000" algn="l"/>
                <a:tab pos="1524000" algn="l"/>
                <a:tab pos="2284413" algn="l"/>
                <a:tab pos="3048000" algn="l"/>
              </a:tabLst>
              <a:defRPr sz="1300" smtClean="0">
                <a:latin typeface="Arial" charset="0"/>
                <a:ea typeface="宋体" pitchFamily="2" charset="-122"/>
              </a:defRPr>
            </a:lvl1pPr>
          </a:lstStyle>
          <a:p>
            <a:pPr>
              <a:defRPr/>
            </a:pPr>
            <a:endParaRPr lang="en-US" altLang="zh-CN"/>
          </a:p>
        </p:txBody>
      </p:sp>
      <p:sp>
        <p:nvSpPr>
          <p:cNvPr id="3079" name="Rectangle 7"/>
          <p:cNvSpPr>
            <a:spLocks noGrp="1" noChangeArrowheads="1"/>
          </p:cNvSpPr>
          <p:nvPr>
            <p:ph type="sldNum"/>
          </p:nvPr>
        </p:nvSpPr>
        <p:spPr bwMode="auto">
          <a:xfrm>
            <a:off x="4021138" y="9720263"/>
            <a:ext cx="3073400" cy="509587"/>
          </a:xfrm>
          <a:prstGeom prst="rect">
            <a:avLst/>
          </a:prstGeom>
          <a:noFill/>
          <a:ln w="9525">
            <a:noFill/>
            <a:miter lim="800000"/>
            <a:headEnd/>
            <a:tailEnd/>
          </a:ln>
          <a:effectLst/>
        </p:spPr>
        <p:txBody>
          <a:bodyPr vert="horz" wrap="square" lIns="98914" tIns="49646" rIns="98914" bIns="49646" numCol="1" anchor="b" anchorCtr="0" compatLnSpc="1">
            <a:prstTxWarp prst="textNoShape">
              <a:avLst/>
            </a:prstTxWarp>
          </a:bodyPr>
          <a:lstStyle>
            <a:lvl1pPr algn="r" defTabSz="482600">
              <a:buSzPct val="100000"/>
              <a:tabLst>
                <a:tab pos="762000" algn="l"/>
                <a:tab pos="1524000" algn="l"/>
                <a:tab pos="2284413" algn="l"/>
                <a:tab pos="3048000" algn="l"/>
              </a:tabLst>
              <a:defRPr sz="1300" smtClean="0">
                <a:latin typeface="Arial" charset="0"/>
                <a:ea typeface="宋体" pitchFamily="2" charset="-122"/>
              </a:defRPr>
            </a:lvl1pPr>
          </a:lstStyle>
          <a:p>
            <a:pPr>
              <a:defRPr/>
            </a:pPr>
            <a:fld id="{6B5976B9-077B-4DB7-8696-C5FFB85FDF93}"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SzPct val="100000"/>
      <a:buFont typeface="Times New Roman" pitchFamily="18" charset="0"/>
      <a:defRPr sz="1200" kern="1200">
        <a:solidFill>
          <a:schemeClr val="tx1"/>
        </a:solidFill>
        <a:latin typeface="Times New Roman" pitchFamily="18" charset="0"/>
        <a:ea typeface="+mn-ea"/>
        <a:cs typeface="+mn-cs"/>
      </a:defRPr>
    </a:lvl1pPr>
    <a:lvl2pPr marL="742950" indent="-285750" algn="l" defTabSz="457200" rtl="0" eaLnBrk="0" fontAlgn="base" hangingPunct="0">
      <a:spcBef>
        <a:spcPct val="30000"/>
      </a:spcBef>
      <a:spcAft>
        <a:spcPct val="0"/>
      </a:spcAft>
      <a:buSzPct val="100000"/>
      <a:buFont typeface="Times New Roman" pitchFamily="18" charset="0"/>
      <a:defRPr sz="1200" kern="1200">
        <a:solidFill>
          <a:schemeClr val="tx1"/>
        </a:solidFill>
        <a:latin typeface="Times New Roman" pitchFamily="18" charset="0"/>
        <a:ea typeface="+mn-ea"/>
        <a:cs typeface="+mn-cs"/>
      </a:defRPr>
    </a:lvl2pPr>
    <a:lvl3pPr marL="1143000" indent="-228600" algn="l" defTabSz="457200" rtl="0" eaLnBrk="0" fontAlgn="base" hangingPunct="0">
      <a:spcBef>
        <a:spcPct val="30000"/>
      </a:spcBef>
      <a:spcAft>
        <a:spcPct val="0"/>
      </a:spcAft>
      <a:buSzPct val="100000"/>
      <a:buFont typeface="Times New Roman" pitchFamily="18" charset="0"/>
      <a:defRPr sz="1200" kern="1200">
        <a:solidFill>
          <a:schemeClr val="tx1"/>
        </a:solidFill>
        <a:latin typeface="Times New Roman" pitchFamily="18" charset="0"/>
        <a:ea typeface="+mn-ea"/>
        <a:cs typeface="+mn-cs"/>
      </a:defRPr>
    </a:lvl3pPr>
    <a:lvl4pPr marL="1600200" indent="-228600" algn="l" defTabSz="457200" rtl="0" eaLnBrk="0" fontAlgn="base" hangingPunct="0">
      <a:spcBef>
        <a:spcPct val="30000"/>
      </a:spcBef>
      <a:spcAft>
        <a:spcPct val="0"/>
      </a:spcAft>
      <a:buSzPct val="100000"/>
      <a:buFont typeface="Times New Roman" pitchFamily="18" charset="0"/>
      <a:defRPr sz="1200" kern="1200">
        <a:solidFill>
          <a:schemeClr val="tx1"/>
        </a:solidFill>
        <a:latin typeface="Times New Roman" pitchFamily="18" charset="0"/>
        <a:ea typeface="+mn-ea"/>
        <a:cs typeface="+mn-cs"/>
      </a:defRPr>
    </a:lvl4pPr>
    <a:lvl5pPr marL="2057400" indent="-228600" algn="l" defTabSz="457200" rtl="0" eaLnBrk="0" fontAlgn="base" hangingPunct="0">
      <a:spcBef>
        <a:spcPct val="30000"/>
      </a:spcBef>
      <a:spcAft>
        <a:spcPct val="0"/>
      </a:spcAft>
      <a:buSzPct val="100000"/>
      <a:buFont typeface="Times New Roman" pitchFamily="18" charset="0"/>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4</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dirty="0"/>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5</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dirty="0" smtClean="0"/>
              <a:t>PR.RMMI.PARM(RMMVRBK1)</a:t>
            </a:r>
          </a:p>
          <a:p>
            <a:r>
              <a:rPr lang="en-US" altLang="zh-CN" dirty="0" smtClean="0"/>
              <a:t> DUMP  DATASET (                             -   </a:t>
            </a:r>
          </a:p>
          <a:p>
            <a:r>
              <a:rPr lang="en-US" altLang="zh-CN" dirty="0" smtClean="0"/>
              <a:t>       INCLUDE (                           -     </a:t>
            </a:r>
          </a:p>
          <a:p>
            <a:r>
              <a:rPr lang="en-US" altLang="zh-CN" dirty="0" smtClean="0"/>
              <a:t>    PR.RMMI.SYDMVS.MASTER.BACKUP(0)  -           </a:t>
            </a:r>
          </a:p>
          <a:p>
            <a:r>
              <a:rPr lang="en-US" altLang="zh-CN" dirty="0" smtClean="0"/>
              <a:t>    PR.RMMI.SYDMVS.JRNL.BACKUP(0) -              </a:t>
            </a:r>
          </a:p>
          <a:p>
            <a:r>
              <a:rPr lang="en-US" altLang="zh-CN" dirty="0" smtClean="0"/>
              <a:t>    PR.RMMI.SYDMVS.REPORT         -              </a:t>
            </a:r>
          </a:p>
          <a:p>
            <a:r>
              <a:rPr lang="en-US" altLang="zh-CN" dirty="0" smtClean="0"/>
              <a:t>    PR.RMMI.SYDMVS.REPORT.EXTRACT -              </a:t>
            </a:r>
          </a:p>
          <a:p>
            <a:r>
              <a:rPr lang="en-US" altLang="zh-CN" dirty="0" smtClean="0"/>
              <a:t>    PR.RMMI.SYDMVS.MESSAGE.FILE   -              </a:t>
            </a:r>
          </a:p>
          <a:p>
            <a:r>
              <a:rPr lang="en-US" altLang="zh-CN" dirty="0" smtClean="0"/>
              <a:t>                                 ))        -     </a:t>
            </a:r>
          </a:p>
          <a:p>
            <a:r>
              <a:rPr lang="en-US" altLang="zh-CN" dirty="0" smtClean="0"/>
              <a:t>       OUTDDNAME (OUTPUT) </a:t>
            </a:r>
          </a:p>
          <a:p>
            <a:endParaRPr lang="en-US" altLang="zh-CN" dirty="0" smtClean="0"/>
          </a:p>
          <a:p>
            <a:endParaRPr lang="en-US" altLang="zh-CN" dirty="0" smtClean="0"/>
          </a:p>
          <a:p>
            <a:r>
              <a:rPr lang="en-US" altLang="zh-CN" dirty="0" smtClean="0"/>
              <a:t>If </a:t>
            </a:r>
            <a:r>
              <a:rPr lang="en-US" altLang="zh-CN" dirty="0" smtClean="0"/>
              <a:t>you specify both DD statements to back up the CDS and journal, and the function ended without any errors, the journal is cleared at the end.</a:t>
            </a:r>
          </a:p>
          <a:p>
            <a:endParaRPr lang="en-US" altLang="zh-CN" dirty="0" smtClean="0">
              <a:solidFill>
                <a:srgbClr val="000000"/>
              </a:solidFill>
              <a:ea typeface="宋体" pitchFamily="2" charset="-122"/>
            </a:endParaRPr>
          </a:p>
          <a:p>
            <a:r>
              <a:rPr lang="en-US" altLang="zh-CN" dirty="0" smtClean="0">
                <a:solidFill>
                  <a:srgbClr val="000000"/>
                </a:solidFill>
                <a:ea typeface="宋体" pitchFamily="2" charset="-122"/>
              </a:rPr>
              <a:t>EDGHSKP  BACKUP</a:t>
            </a:r>
            <a:r>
              <a:rPr lang="en-US" altLang="zh-CN" baseline="0" dirty="0" smtClean="0">
                <a:solidFill>
                  <a:srgbClr val="000000"/>
                </a:solidFill>
                <a:ea typeface="宋体" pitchFamily="2" charset="-122"/>
              </a:rPr>
              <a:t> PARM</a:t>
            </a:r>
            <a:endParaRPr lang="en-US" altLang="zh-CN" dirty="0" smtClean="0">
              <a:solidFill>
                <a:srgbClr val="000000"/>
              </a:solidFill>
              <a:ea typeface="宋体" pitchFamily="2" charset="-122"/>
            </a:endParaRPr>
          </a:p>
          <a:p>
            <a:r>
              <a:rPr lang="en-US" altLang="zh-CN" baseline="0" dirty="0" smtClean="0">
                <a:solidFill>
                  <a:srgbClr val="000000"/>
                </a:solidFill>
                <a:ea typeface="宋体" pitchFamily="2" charset="-122"/>
              </a:rPr>
              <a:t>   </a:t>
            </a:r>
            <a:r>
              <a:rPr lang="en-US" altLang="zh-CN" dirty="0" smtClean="0">
                <a:solidFill>
                  <a:srgbClr val="000000"/>
                </a:solidFill>
                <a:ea typeface="宋体" pitchFamily="2" charset="-122"/>
              </a:rPr>
              <a:t>AMS  Default. </a:t>
            </a:r>
            <a:r>
              <a:rPr lang="en-US" altLang="zh-CN" dirty="0" err="1" smtClean="0">
                <a:solidFill>
                  <a:srgbClr val="000000"/>
                </a:solidFill>
                <a:ea typeface="宋体" pitchFamily="2" charset="-122"/>
              </a:rPr>
              <a:t>DFSMSrmm</a:t>
            </a:r>
            <a:r>
              <a:rPr lang="en-US" altLang="zh-CN" dirty="0" smtClean="0">
                <a:solidFill>
                  <a:srgbClr val="000000"/>
                </a:solidFill>
                <a:ea typeface="宋体" pitchFamily="2" charset="-122"/>
              </a:rPr>
              <a:t> uses the access method services REPRO command to perform backup processing.</a:t>
            </a:r>
          </a:p>
          <a:p>
            <a:r>
              <a:rPr lang="en-US" altLang="zh-CN" baseline="0" dirty="0" smtClean="0">
                <a:solidFill>
                  <a:srgbClr val="000000"/>
                </a:solidFill>
                <a:ea typeface="宋体" pitchFamily="2" charset="-122"/>
              </a:rPr>
              <a:t>   </a:t>
            </a:r>
            <a:r>
              <a:rPr lang="en-US" altLang="zh-CN" dirty="0" smtClean="0">
                <a:solidFill>
                  <a:srgbClr val="000000"/>
                </a:solidFill>
                <a:ea typeface="宋体" pitchFamily="2" charset="-122"/>
              </a:rPr>
              <a:t>DSS  </a:t>
            </a:r>
            <a:r>
              <a:rPr lang="en-US" altLang="zh-CN" dirty="0" err="1" smtClean="0">
                <a:solidFill>
                  <a:srgbClr val="000000"/>
                </a:solidFill>
                <a:ea typeface="宋体" pitchFamily="2" charset="-122"/>
              </a:rPr>
              <a:t>DFSMSdss</a:t>
            </a:r>
            <a:r>
              <a:rPr lang="en-US" altLang="zh-CN" dirty="0" smtClean="0">
                <a:solidFill>
                  <a:srgbClr val="000000"/>
                </a:solidFill>
                <a:ea typeface="宋体" pitchFamily="2" charset="-122"/>
              </a:rPr>
              <a:t> concurrent copy environment set up to permit the update of the CDS during backup processing. This ensures that all tape activities can continue during backup processing.</a:t>
            </a:r>
            <a:r>
              <a:rPr lang="en-US" altLang="zh-CN" baseline="0" dirty="0" smtClean="0">
                <a:solidFill>
                  <a:srgbClr val="000000"/>
                </a:solidFill>
                <a:ea typeface="宋体" pitchFamily="2" charset="-122"/>
              </a:rPr>
              <a:t>    	  </a:t>
            </a:r>
            <a:r>
              <a:rPr lang="en-US" altLang="zh-CN" dirty="0" smtClean="0">
                <a:solidFill>
                  <a:srgbClr val="000000"/>
                </a:solidFill>
                <a:ea typeface="宋体" pitchFamily="2" charset="-122"/>
              </a:rPr>
              <a:t>backup can be direct to tape.</a:t>
            </a:r>
          </a:p>
          <a:p>
            <a:r>
              <a:rPr lang="en-US" altLang="zh-CN" baseline="0" dirty="0" smtClean="0">
                <a:solidFill>
                  <a:srgbClr val="000000"/>
                </a:solidFill>
                <a:ea typeface="宋体" pitchFamily="2" charset="-122"/>
              </a:rPr>
              <a:t>   </a:t>
            </a:r>
            <a:r>
              <a:rPr lang="en-US" altLang="zh-CN" dirty="0" smtClean="0">
                <a:solidFill>
                  <a:srgbClr val="000000"/>
                </a:solidFill>
                <a:ea typeface="宋体" pitchFamily="2" charset="-122"/>
              </a:rPr>
              <a:t>COPY  use </a:t>
            </a:r>
            <a:r>
              <a:rPr lang="en-US" altLang="zh-CN" dirty="0" err="1" smtClean="0">
                <a:solidFill>
                  <a:srgbClr val="000000"/>
                </a:solidFill>
                <a:ea typeface="宋体" pitchFamily="2" charset="-122"/>
              </a:rPr>
              <a:t>DFSMSdss</a:t>
            </a:r>
            <a:r>
              <a:rPr lang="en-US" altLang="zh-CN" dirty="0" smtClean="0">
                <a:solidFill>
                  <a:srgbClr val="000000"/>
                </a:solidFill>
                <a:ea typeface="宋体" pitchFamily="2" charset="-122"/>
              </a:rPr>
              <a:t> to create a copy of the CDS and optionally, a backup of the journal. The COPY uses</a:t>
            </a:r>
            <a:r>
              <a:rPr lang="en-US" altLang="zh-CN" baseline="0" dirty="0" smtClean="0">
                <a:solidFill>
                  <a:srgbClr val="000000"/>
                </a:solidFill>
                <a:ea typeface="宋体" pitchFamily="2" charset="-122"/>
              </a:rPr>
              <a:t> </a:t>
            </a:r>
            <a:r>
              <a:rPr lang="en-US" altLang="zh-CN" dirty="0" err="1" smtClean="0">
                <a:solidFill>
                  <a:srgbClr val="000000"/>
                </a:solidFill>
                <a:ea typeface="宋体" pitchFamily="2" charset="-122"/>
              </a:rPr>
              <a:t>DFSMSdss</a:t>
            </a:r>
            <a:r>
              <a:rPr lang="en-US" altLang="zh-CN" dirty="0" smtClean="0">
                <a:solidFill>
                  <a:srgbClr val="000000"/>
                </a:solidFill>
                <a:ea typeface="宋体" pitchFamily="2" charset="-122"/>
              </a:rPr>
              <a:t> logical data set copy and enables you to use fast replication services 	  	   enables CDS updates to be made while the copy is created. COPY works just as the DSS option, but uses the COPY command instead of the DUMP command with </a:t>
            </a:r>
            <a:r>
              <a:rPr lang="en-US" altLang="zh-CN" dirty="0" err="1" smtClean="0">
                <a:solidFill>
                  <a:srgbClr val="000000"/>
                </a:solidFill>
                <a:ea typeface="宋体" pitchFamily="2" charset="-122"/>
              </a:rPr>
              <a:t>DFSMSdss</a:t>
            </a:r>
            <a:r>
              <a:rPr lang="en-US" altLang="zh-CN" dirty="0" smtClean="0">
                <a:solidFill>
                  <a:srgbClr val="000000"/>
                </a:solidFill>
                <a:ea typeface="宋体" pitchFamily="2" charset="-122"/>
              </a:rPr>
              <a:t>. </a:t>
            </a:r>
            <a:endParaRPr lang="zh-CN" altLang="en-US" dirty="0" smtClean="0">
              <a:solidFill>
                <a:srgbClr val="000000"/>
              </a:solidFill>
              <a:ea typeface="宋体" pitchFamily="2" charset="-122"/>
            </a:endParaRPr>
          </a:p>
          <a:p>
            <a:endParaRPr lang="zh-CN" altLang="en-US" dirty="0"/>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6</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dirty="0"/>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7</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8</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9</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r>
              <a:rPr lang="en-US" altLang="zh-CN" sz="1200" dirty="0" smtClean="0">
                <a:solidFill>
                  <a:srgbClr val="000000"/>
                </a:solidFill>
                <a:ea typeface="宋体" pitchFamily="2" charset="-122"/>
              </a:rPr>
              <a:t>//RMMAAAIA JOB (@XPR,PROD),'RMM ALERTS',MSGLEVEL=(1,1),                </a:t>
            </a:r>
          </a:p>
          <a:p>
            <a:pPr eaLnBrk="1" hangingPunct="1"/>
            <a:r>
              <a:rPr lang="en-US" altLang="zh-CN" sz="1200" dirty="0" smtClean="0">
                <a:solidFill>
                  <a:srgbClr val="000000"/>
                </a:solidFill>
                <a:ea typeface="宋体" pitchFamily="2" charset="-122"/>
              </a:rPr>
              <a:t>//             USER=RMM001,                                            </a:t>
            </a:r>
          </a:p>
          <a:p>
            <a:pPr eaLnBrk="1" hangingPunct="1"/>
            <a:r>
              <a:rPr lang="en-US" altLang="zh-CN" sz="1200" dirty="0" smtClean="0">
                <a:solidFill>
                  <a:srgbClr val="000000"/>
                </a:solidFill>
                <a:ea typeface="宋体" pitchFamily="2" charset="-122"/>
              </a:rPr>
              <a:t>//             CLASS=O,REGION=0M,                                      </a:t>
            </a:r>
          </a:p>
          <a:p>
            <a:pPr eaLnBrk="1" hangingPunct="1"/>
            <a:r>
              <a:rPr lang="en-US" altLang="zh-CN" sz="1200" dirty="0" smtClean="0">
                <a:solidFill>
                  <a:srgbClr val="000000"/>
                </a:solidFill>
                <a:ea typeface="宋体" pitchFamily="2" charset="-122"/>
              </a:rPr>
              <a:t>//             MSGCLASS=Q,TIME=1440                                    </a:t>
            </a:r>
          </a:p>
          <a:p>
            <a:pPr eaLnBrk="1" hangingPunct="1"/>
            <a:r>
              <a:rPr lang="en-US" altLang="zh-CN" sz="1200" dirty="0" smtClean="0">
                <a:solidFill>
                  <a:srgbClr val="000000"/>
                </a:solidFill>
                <a:ea typeface="宋体" pitchFamily="2" charset="-122"/>
              </a:rPr>
              <a:t>/*ROUTE   XEQ AAIA                                                     </a:t>
            </a:r>
          </a:p>
          <a:p>
            <a:pPr eaLnBrk="1" hangingPunct="1"/>
            <a:r>
              <a:rPr lang="en-US" altLang="zh-CN" sz="1200" dirty="0" smtClean="0">
                <a:solidFill>
                  <a:srgbClr val="000000"/>
                </a:solidFill>
                <a:ea typeface="宋体" pitchFamily="2" charset="-122"/>
              </a:rPr>
              <a:t>//* RMM: raise an automatic alert to tape librarians and RMM Admin if  </a:t>
            </a:r>
          </a:p>
          <a:p>
            <a:pPr eaLnBrk="1" hangingPunct="1"/>
            <a:r>
              <a:rPr lang="en-US" altLang="zh-CN" sz="1200" dirty="0" smtClean="0">
                <a:solidFill>
                  <a:srgbClr val="000000"/>
                </a:solidFill>
                <a:ea typeface="宋体" pitchFamily="2" charset="-122"/>
              </a:rPr>
              <a:t>//*  - scratch shortage                                                </a:t>
            </a:r>
          </a:p>
          <a:p>
            <a:pPr eaLnBrk="1" hangingPunct="1"/>
            <a:r>
              <a:rPr lang="en-US" altLang="zh-CN" sz="1200" dirty="0" smtClean="0">
                <a:solidFill>
                  <a:srgbClr val="000000"/>
                </a:solidFill>
                <a:ea typeface="宋体" pitchFamily="2" charset="-122"/>
              </a:rPr>
              <a:t>//*  - Init shortage                                                   </a:t>
            </a:r>
          </a:p>
          <a:p>
            <a:pPr eaLnBrk="1" hangingPunct="1"/>
            <a:r>
              <a:rPr lang="en-US" altLang="zh-CN" sz="1200" dirty="0" smtClean="0">
                <a:solidFill>
                  <a:srgbClr val="000000"/>
                </a:solidFill>
                <a:ea typeface="宋体" pitchFamily="2" charset="-122"/>
              </a:rPr>
              <a:t>//*  - Excessive release pending                                       </a:t>
            </a:r>
          </a:p>
          <a:p>
            <a:pPr eaLnBrk="1" hangingPunct="1"/>
            <a:r>
              <a:rPr lang="en-US" altLang="zh-CN" sz="1200" dirty="0" smtClean="0">
                <a:solidFill>
                  <a:srgbClr val="000000"/>
                </a:solidFill>
                <a:ea typeface="宋体" pitchFamily="2" charset="-122"/>
              </a:rPr>
              <a:t>//*  - Excessive open                                                  </a:t>
            </a:r>
          </a:p>
          <a:p>
            <a:pPr eaLnBrk="1" hangingPunct="1"/>
            <a:r>
              <a:rPr lang="en-US" altLang="zh-CN" sz="1200" dirty="0" smtClean="0">
                <a:solidFill>
                  <a:srgbClr val="000000"/>
                </a:solidFill>
                <a:ea typeface="宋体" pitchFamily="2" charset="-122"/>
              </a:rPr>
              <a:t>//*  - Suspected faulty tapes                                          </a:t>
            </a:r>
          </a:p>
          <a:p>
            <a:pPr eaLnBrk="1" hangingPunct="1"/>
            <a:r>
              <a:rPr lang="en-US" altLang="zh-CN" sz="1200" dirty="0" smtClean="0">
                <a:solidFill>
                  <a:srgbClr val="000000"/>
                </a:solidFill>
                <a:ea typeface="宋体" pitchFamily="2" charset="-122"/>
              </a:rPr>
              <a:t>//*  - Other miscellaneous </a:t>
            </a:r>
            <a:r>
              <a:rPr lang="en-US" altLang="zh-CN" sz="1200" dirty="0" err="1" smtClean="0">
                <a:solidFill>
                  <a:srgbClr val="000000"/>
                </a:solidFill>
                <a:ea typeface="宋体" pitchFamily="2" charset="-122"/>
              </a:rPr>
              <a:t>alertable</a:t>
            </a:r>
            <a:r>
              <a:rPr lang="en-US" altLang="zh-CN" sz="1200" dirty="0" smtClean="0">
                <a:solidFill>
                  <a:srgbClr val="000000"/>
                </a:solidFill>
                <a:ea typeface="宋体" pitchFamily="2" charset="-122"/>
              </a:rPr>
              <a:t> conditions                        </a:t>
            </a:r>
          </a:p>
          <a:p>
            <a:pPr eaLnBrk="1" hangingPunct="1"/>
            <a:r>
              <a:rPr lang="en-US" altLang="zh-CN" sz="1200" dirty="0" smtClean="0">
                <a:solidFill>
                  <a:srgbClr val="000000"/>
                </a:solidFill>
                <a:ea typeface="宋体" pitchFamily="2" charset="-122"/>
              </a:rPr>
              <a:t>//*                                                                    </a:t>
            </a:r>
          </a:p>
          <a:p>
            <a:pPr eaLnBrk="1" hangingPunct="1"/>
            <a:r>
              <a:rPr lang="en-US" altLang="zh-CN" sz="1200" dirty="0" smtClean="0">
                <a:solidFill>
                  <a:srgbClr val="000000"/>
                </a:solidFill>
                <a:ea typeface="宋体" pitchFamily="2" charset="-122"/>
              </a:rPr>
              <a:t>//* GENERATED FOR MVSA BY U289991 ON 95/08/28 AT 14:46:20              </a:t>
            </a:r>
          </a:p>
          <a:p>
            <a:pPr eaLnBrk="1" hangingPunct="1"/>
            <a:r>
              <a:rPr lang="en-US" altLang="zh-CN" sz="1200" dirty="0" smtClean="0">
                <a:solidFill>
                  <a:srgbClr val="000000"/>
                </a:solidFill>
                <a:ea typeface="宋体" pitchFamily="2" charset="-122"/>
              </a:rPr>
              <a:t>//      JCLLIB ORDER=PR.RMMI.PROC                                      </a:t>
            </a:r>
          </a:p>
          <a:p>
            <a:pPr eaLnBrk="1" hangingPunct="1"/>
            <a:r>
              <a:rPr lang="en-US" altLang="zh-CN" sz="1200" dirty="0" smtClean="0">
                <a:solidFill>
                  <a:srgbClr val="000000"/>
                </a:solidFill>
                <a:ea typeface="宋体" pitchFamily="2" charset="-122"/>
              </a:rPr>
              <a:t>//JOUT1 OUTPUT JESDS=ALL,DEST=SYDMVS,OUTDISP=HOLD,CLASS=J              </a:t>
            </a:r>
          </a:p>
          <a:p>
            <a:pPr eaLnBrk="1" hangingPunct="1"/>
            <a:r>
              <a:rPr lang="en-US" altLang="zh-CN" sz="1200" dirty="0" smtClean="0">
                <a:solidFill>
                  <a:srgbClr val="000000"/>
                </a:solidFill>
                <a:ea typeface="宋体" pitchFamily="2" charset="-122"/>
              </a:rPr>
              <a:t>//JOUT2 OUTPUT JESDS=ALL,DEST=SYDMVS,OUTDISP=HOLD,CLASS=J              </a:t>
            </a:r>
          </a:p>
          <a:p>
            <a:pPr eaLnBrk="1" hangingPunct="1"/>
            <a:r>
              <a:rPr lang="en-US" altLang="zh-CN" sz="1200" dirty="0" smtClean="0">
                <a:solidFill>
                  <a:srgbClr val="000000"/>
                </a:solidFill>
                <a:ea typeface="宋体" pitchFamily="2" charset="-122"/>
              </a:rPr>
              <a:t>//ISSCA OUTPUT DEST=ISSCAUS,OUTDISP=WRITE                              </a:t>
            </a:r>
          </a:p>
          <a:p>
            <a:pPr eaLnBrk="1" hangingPunct="1"/>
            <a:r>
              <a:rPr lang="en-US" altLang="zh-CN" sz="1200" dirty="0" smtClean="0">
                <a:solidFill>
                  <a:srgbClr val="000000"/>
                </a:solidFill>
                <a:ea typeface="宋体" pitchFamily="2" charset="-122"/>
              </a:rPr>
              <a:t>//*                                                                    </a:t>
            </a:r>
          </a:p>
          <a:p>
            <a:pPr eaLnBrk="1" hangingPunct="1"/>
            <a:r>
              <a:rPr lang="en-US" altLang="zh-CN" sz="1200" dirty="0" smtClean="0">
                <a:solidFill>
                  <a:srgbClr val="000000"/>
                </a:solidFill>
                <a:ea typeface="宋体" pitchFamily="2" charset="-122"/>
              </a:rPr>
              <a:t>//* * * * * * * * * * * * * * * * * * * * * * * * * * * * * * * * * * *</a:t>
            </a:r>
          </a:p>
          <a:p>
            <a:pPr eaLnBrk="1" hangingPunct="1"/>
            <a:r>
              <a:rPr lang="en-US" altLang="zh-CN" sz="1200" dirty="0" smtClean="0">
                <a:solidFill>
                  <a:srgbClr val="000000"/>
                </a:solidFill>
                <a:ea typeface="宋体" pitchFamily="2" charset="-122"/>
              </a:rPr>
              <a:t>//*                                                                    </a:t>
            </a:r>
          </a:p>
          <a:p>
            <a:pPr eaLnBrk="1" hangingPunct="1"/>
            <a:r>
              <a:rPr lang="en-US" altLang="zh-CN" sz="1200" dirty="0" smtClean="0">
                <a:solidFill>
                  <a:srgbClr val="000000"/>
                </a:solidFill>
                <a:ea typeface="宋体" pitchFamily="2" charset="-122"/>
              </a:rPr>
              <a:t>//*  First do stats analysis and raise alerts on detected conditions   </a:t>
            </a:r>
          </a:p>
          <a:p>
            <a:pPr eaLnBrk="1" hangingPunct="1"/>
            <a:r>
              <a:rPr lang="en-US" altLang="zh-CN" sz="1200" dirty="0" smtClean="0">
                <a:solidFill>
                  <a:srgbClr val="000000"/>
                </a:solidFill>
                <a:ea typeface="宋体" pitchFamily="2" charset="-122"/>
              </a:rPr>
              <a:t>//*                                                                    </a:t>
            </a:r>
          </a:p>
          <a:p>
            <a:pPr eaLnBrk="1" hangingPunct="1"/>
            <a:r>
              <a:rPr lang="en-US" altLang="zh-CN" sz="1200" dirty="0" smtClean="0">
                <a:solidFill>
                  <a:srgbClr val="000000"/>
                </a:solidFill>
                <a:ea typeface="宋体" pitchFamily="2" charset="-122"/>
              </a:rPr>
              <a:t>//GENERAL EXEC ALERT                                                   </a:t>
            </a:r>
          </a:p>
          <a:p>
            <a:pPr eaLnBrk="1" hangingPunct="1"/>
            <a:r>
              <a:rPr lang="en-US" altLang="zh-CN" sz="1200" dirty="0" smtClean="0">
                <a:solidFill>
                  <a:srgbClr val="000000"/>
                </a:solidFill>
                <a:ea typeface="宋体" pitchFamily="2" charset="-122"/>
              </a:rPr>
              <a:t>//*                                                                    </a:t>
            </a:r>
          </a:p>
          <a:p>
            <a:pPr eaLnBrk="1" hangingPunct="1"/>
            <a:r>
              <a:rPr lang="en-US" altLang="zh-CN" sz="1200" dirty="0" smtClean="0">
                <a:solidFill>
                  <a:srgbClr val="000000"/>
                </a:solidFill>
                <a:ea typeface="宋体" pitchFamily="2" charset="-122"/>
              </a:rPr>
              <a:t>//* Then raise specific alert if this job has failed                   </a:t>
            </a:r>
          </a:p>
          <a:p>
            <a:pPr eaLnBrk="1" hangingPunct="1"/>
            <a:r>
              <a:rPr lang="en-US" altLang="zh-CN" sz="1200" dirty="0" smtClean="0">
                <a:solidFill>
                  <a:srgbClr val="000000"/>
                </a:solidFill>
                <a:ea typeface="宋体" pitchFamily="2" charset="-122"/>
              </a:rPr>
              <a:t>//*                                                                    </a:t>
            </a:r>
          </a:p>
          <a:p>
            <a:pPr eaLnBrk="1" hangingPunct="1"/>
            <a:r>
              <a:rPr lang="en-US" altLang="zh-CN" sz="1200" dirty="0" smtClean="0">
                <a:solidFill>
                  <a:srgbClr val="000000"/>
                </a:solidFill>
                <a:ea typeface="宋体" pitchFamily="2" charset="-122"/>
              </a:rPr>
              <a:t>//TESTW   EXEC PGM=IEFBR14,COND=(4,EQ)                                 </a:t>
            </a:r>
          </a:p>
          <a:p>
            <a:pPr eaLnBrk="1" hangingPunct="1"/>
            <a:r>
              <a:rPr lang="en-US" altLang="zh-CN" sz="1200" dirty="0" smtClean="0">
                <a:solidFill>
                  <a:srgbClr val="000000"/>
                </a:solidFill>
                <a:ea typeface="宋体" pitchFamily="2" charset="-122"/>
              </a:rPr>
              <a:t>//TESTE   EXEC PGM=IEFBR14,COND=(4,LT)                                 </a:t>
            </a:r>
          </a:p>
          <a:p>
            <a:pPr eaLnBrk="1" hangingPunct="1"/>
            <a:r>
              <a:rPr lang="en-US" altLang="zh-CN" sz="1200" dirty="0" smtClean="0">
                <a:solidFill>
                  <a:srgbClr val="000000"/>
                </a:solidFill>
                <a:ea typeface="宋体" pitchFamily="2" charset="-122"/>
              </a:rPr>
              <a:t>//WARNING EXEC ALERT,CLIST=RMMMSG,OPT='JOBWARN(RMMAMVSB)',             </a:t>
            </a:r>
          </a:p>
          <a:p>
            <a:pPr eaLnBrk="1" hangingPunct="1"/>
            <a:r>
              <a:rPr lang="en-US" altLang="zh-CN" sz="1200" dirty="0" smtClean="0">
                <a:solidFill>
                  <a:srgbClr val="000000"/>
                </a:solidFill>
                <a:ea typeface="宋体" pitchFamily="2" charset="-122"/>
              </a:rPr>
              <a:t>//             COND=(0,EQ,TESTW)                                       </a:t>
            </a:r>
          </a:p>
          <a:p>
            <a:pPr eaLnBrk="1" hangingPunct="1"/>
            <a:r>
              <a:rPr lang="en-US" altLang="zh-CN" sz="1200" dirty="0" smtClean="0">
                <a:solidFill>
                  <a:srgbClr val="000000"/>
                </a:solidFill>
                <a:ea typeface="宋体" pitchFamily="2" charset="-122"/>
              </a:rPr>
              <a:t>//ERROR   EXEC ALERT,CLIST=RMMMSG,OPT='JOBFAIL(RMMAMVSB)',             </a:t>
            </a:r>
          </a:p>
          <a:p>
            <a:pPr eaLnBrk="1" hangingPunct="1"/>
            <a:r>
              <a:rPr lang="en-US" altLang="zh-CN" sz="1200" dirty="0" smtClean="0">
                <a:solidFill>
                  <a:srgbClr val="000000"/>
                </a:solidFill>
                <a:ea typeface="宋体" pitchFamily="2" charset="-122"/>
              </a:rPr>
              <a:t>//             COND=(0,EQ,TESTE)                                       </a:t>
            </a:r>
          </a:p>
          <a:p>
            <a:pPr eaLnBrk="1" hangingPunct="1"/>
            <a:r>
              <a:rPr lang="en-US" altLang="zh-CN" sz="1200" dirty="0" smtClean="0">
                <a:solidFill>
                  <a:srgbClr val="000000"/>
                </a:solidFill>
                <a:ea typeface="宋体" pitchFamily="2" charset="-122"/>
              </a:rPr>
              <a:t>//ABEND   EXEC ALERT,CLIST=RMMMSG,OPT='JOBFAIL(RMMAMVSB)',             </a:t>
            </a:r>
          </a:p>
          <a:p>
            <a:pPr eaLnBrk="1" hangingPunct="1"/>
            <a:r>
              <a:rPr lang="en-US" altLang="zh-CN" sz="1200" dirty="0" smtClean="0">
                <a:solidFill>
                  <a:srgbClr val="000000"/>
                </a:solidFill>
                <a:ea typeface="宋体" pitchFamily="2" charset="-122"/>
              </a:rPr>
              <a:t>//             COND=ONLY </a:t>
            </a:r>
            <a:endParaRPr lang="zh-CN" altLang="en-US" sz="1200" dirty="0" smtClean="0">
              <a:solidFill>
                <a:srgbClr val="000000"/>
              </a:solidFill>
              <a:ea typeface="宋体" pitchFamily="2" charset="-122"/>
            </a:endParaRPr>
          </a:p>
          <a:p>
            <a:endParaRPr lang="zh-CN" altLang="en-US" dirty="0"/>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10</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11</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12</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13</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14</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15</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16</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17</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18</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19</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20</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21</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22</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23</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24</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25</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26</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27</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28</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a:p>
        </p:txBody>
      </p:sp>
      <p:sp>
        <p:nvSpPr>
          <p:cNvPr id="4" name="Slide Number Placeholder 3"/>
          <p:cNvSpPr>
            <a:spLocks noGrp="1"/>
          </p:cNvSpPr>
          <p:nvPr>
            <p:ph type="sldNum" idx="10"/>
          </p:nvPr>
        </p:nvSpPr>
        <p:spPr/>
        <p:txBody>
          <a:bodyPr/>
          <a:lstStyle/>
          <a:p>
            <a:pPr>
              <a:defRPr/>
            </a:pPr>
            <a:fld id="{6B5976B9-077B-4DB7-8696-C5FFB85FDF93}" type="slidenum">
              <a:rPr lang="en-US" altLang="zh-CN" smtClean="0"/>
              <a:pPr>
                <a:defRPr/>
              </a:pPr>
              <a:t>29</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ltLang="zh-CN" smtClean="0"/>
              <a:t>Click to edit Master title style</a:t>
            </a:r>
            <a:endParaRPr lang="zh-CN" alt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CN" smtClean="0"/>
              <a:t>Click to edit Master subtitle style</a:t>
            </a:r>
            <a:endParaRPr lang="zh-CN" altLang="en-US"/>
          </a:p>
        </p:txBody>
      </p:sp>
      <p:sp>
        <p:nvSpPr>
          <p:cNvPr id="4" name="Rectangle 7"/>
          <p:cNvSpPr>
            <a:spLocks noGrp="1" noChangeArrowheads="1"/>
          </p:cNvSpPr>
          <p:nvPr>
            <p:ph type="sldNum" idx="10"/>
          </p:nvPr>
        </p:nvSpPr>
        <p:spPr>
          <a:ln/>
        </p:spPr>
        <p:txBody>
          <a:bodyPr/>
          <a:lstStyle>
            <a:lvl1pPr>
              <a:defRPr/>
            </a:lvl1pPr>
          </a:lstStyle>
          <a:p>
            <a:pPr>
              <a:defRPr/>
            </a:pPr>
            <a:fld id="{3C07FBA6-34F4-4CCE-8EF3-5BF50DCD40A7}" type="slidenum">
              <a:rPr lang="en-US" altLang="zh-CN"/>
              <a:pPr>
                <a:defRPr/>
              </a:pPr>
              <a:t>‹#›</a:t>
            </a:fld>
            <a:endParaRPr lang="en-US" altLang="zh-CN"/>
          </a:p>
        </p:txBody>
      </p:sp>
      <p:sp>
        <p:nvSpPr>
          <p:cNvPr id="5" name="Rectangle 8"/>
          <p:cNvSpPr>
            <a:spLocks noGrp="1" noChangeArrowheads="1"/>
          </p:cNvSpPr>
          <p:nvPr>
            <p:ph type="ftr" idx="11"/>
          </p:nvPr>
        </p:nvSpPr>
        <p:spPr>
          <a:ln/>
        </p:spPr>
        <p:txBody>
          <a:bodyPr/>
          <a:lstStyle>
            <a:lvl1pPr>
              <a:defRPr/>
            </a:lvl1pPr>
          </a:lstStyle>
          <a:p>
            <a:pPr>
              <a:defRPr/>
            </a:pPr>
            <a:endParaRPr lang="en-US" altLang="zh-CN"/>
          </a:p>
        </p:txBody>
      </p:sp>
      <p:sp>
        <p:nvSpPr>
          <p:cNvPr id="6" name="Rectangle 9"/>
          <p:cNvSpPr>
            <a:spLocks noGrp="1" noChangeArrowheads="1"/>
          </p:cNvSpPr>
          <p:nvPr>
            <p:ph type="dt" idx="12"/>
          </p:nvPr>
        </p:nvSpPr>
        <p:spPr>
          <a:ln/>
        </p:spPr>
        <p:txBody>
          <a:bodyPr/>
          <a:lstStyle>
            <a:lvl1pPr>
              <a:defRPr/>
            </a:lvl1pPr>
          </a:lstStyle>
          <a:p>
            <a:pPr>
              <a:defRPr/>
            </a:pPr>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mtClean="0"/>
              <a:t>Click to edit Master title style</a:t>
            </a:r>
            <a:endParaRPr lang="zh-CN" altLang="en-US"/>
          </a:p>
        </p:txBody>
      </p:sp>
      <p:sp>
        <p:nvSpPr>
          <p:cNvPr id="3" name="Content Placeholder 2"/>
          <p:cNvSpPr>
            <a:spLocks noGrp="1"/>
          </p:cNvSpPr>
          <p:nvPr>
            <p:ph idx="1"/>
          </p:nvPr>
        </p:nvSpPr>
        <p:spPr/>
        <p:txBody>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a:p>
        </p:txBody>
      </p:sp>
      <p:sp>
        <p:nvSpPr>
          <p:cNvPr id="4" name="Rectangle 7"/>
          <p:cNvSpPr>
            <a:spLocks noGrp="1" noChangeArrowheads="1"/>
          </p:cNvSpPr>
          <p:nvPr>
            <p:ph type="sldNum" idx="10"/>
          </p:nvPr>
        </p:nvSpPr>
        <p:spPr>
          <a:ln/>
        </p:spPr>
        <p:txBody>
          <a:bodyPr/>
          <a:lstStyle>
            <a:lvl1pPr>
              <a:defRPr/>
            </a:lvl1pPr>
          </a:lstStyle>
          <a:p>
            <a:pPr>
              <a:defRPr/>
            </a:pPr>
            <a:fld id="{56020075-E363-495B-89C4-BE548F979FFA}" type="slidenum">
              <a:rPr lang="en-US" altLang="zh-CN"/>
              <a:pPr>
                <a:defRPr/>
              </a:pPr>
              <a:t>‹#›</a:t>
            </a:fld>
            <a:endParaRPr lang="en-US" altLang="zh-CN"/>
          </a:p>
        </p:txBody>
      </p:sp>
      <p:sp>
        <p:nvSpPr>
          <p:cNvPr id="5" name="Rectangle 8"/>
          <p:cNvSpPr>
            <a:spLocks noGrp="1" noChangeArrowheads="1"/>
          </p:cNvSpPr>
          <p:nvPr>
            <p:ph type="ftr" idx="11"/>
          </p:nvPr>
        </p:nvSpPr>
        <p:spPr>
          <a:ln/>
        </p:spPr>
        <p:txBody>
          <a:bodyPr/>
          <a:lstStyle>
            <a:lvl1pPr>
              <a:defRPr/>
            </a:lvl1pPr>
          </a:lstStyle>
          <a:p>
            <a:pPr>
              <a:defRPr/>
            </a:pPr>
            <a:endParaRPr lang="en-US" altLang="zh-CN"/>
          </a:p>
        </p:txBody>
      </p:sp>
      <p:sp>
        <p:nvSpPr>
          <p:cNvPr id="6" name="Rectangle 9"/>
          <p:cNvSpPr>
            <a:spLocks noGrp="1" noChangeArrowheads="1"/>
          </p:cNvSpPr>
          <p:nvPr>
            <p:ph type="dt" idx="12"/>
          </p:nvPr>
        </p:nvSpPr>
        <p:spPr>
          <a:ln/>
        </p:spPr>
        <p:txBody>
          <a:bodyPr/>
          <a:lstStyle>
            <a:lvl1pPr>
              <a:defRPr/>
            </a:lvl1pPr>
          </a:lstStyle>
          <a:p>
            <a:pPr>
              <a:defRPr/>
            </a:pP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ltLang="zh-CN" smtClean="0"/>
              <a:t>Click to edit Master title style</a:t>
            </a:r>
            <a:endParaRPr lang="zh-CN" alt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smtClean="0"/>
              <a:t>Click to edit Master text styles</a:t>
            </a:r>
          </a:p>
        </p:txBody>
      </p:sp>
      <p:sp>
        <p:nvSpPr>
          <p:cNvPr id="4" name="Rectangle 7"/>
          <p:cNvSpPr>
            <a:spLocks noGrp="1" noChangeArrowheads="1"/>
          </p:cNvSpPr>
          <p:nvPr>
            <p:ph type="sldNum" idx="10"/>
          </p:nvPr>
        </p:nvSpPr>
        <p:spPr>
          <a:ln/>
        </p:spPr>
        <p:txBody>
          <a:bodyPr/>
          <a:lstStyle>
            <a:lvl1pPr>
              <a:defRPr/>
            </a:lvl1pPr>
          </a:lstStyle>
          <a:p>
            <a:pPr>
              <a:defRPr/>
            </a:pPr>
            <a:fld id="{4E3B5C9F-5FB6-403C-B618-487CD58ED609}" type="slidenum">
              <a:rPr lang="en-US" altLang="zh-CN"/>
              <a:pPr>
                <a:defRPr/>
              </a:pPr>
              <a:t>‹#›</a:t>
            </a:fld>
            <a:endParaRPr lang="en-US" altLang="zh-CN"/>
          </a:p>
        </p:txBody>
      </p:sp>
      <p:sp>
        <p:nvSpPr>
          <p:cNvPr id="5" name="Rectangle 8"/>
          <p:cNvSpPr>
            <a:spLocks noGrp="1" noChangeArrowheads="1"/>
          </p:cNvSpPr>
          <p:nvPr>
            <p:ph type="ftr" idx="11"/>
          </p:nvPr>
        </p:nvSpPr>
        <p:spPr>
          <a:ln/>
        </p:spPr>
        <p:txBody>
          <a:bodyPr/>
          <a:lstStyle>
            <a:lvl1pPr>
              <a:defRPr/>
            </a:lvl1pPr>
          </a:lstStyle>
          <a:p>
            <a:pPr>
              <a:defRPr/>
            </a:pPr>
            <a:endParaRPr lang="en-US" altLang="zh-CN"/>
          </a:p>
        </p:txBody>
      </p:sp>
      <p:sp>
        <p:nvSpPr>
          <p:cNvPr id="6" name="Rectangle 9"/>
          <p:cNvSpPr>
            <a:spLocks noGrp="1" noChangeArrowheads="1"/>
          </p:cNvSpPr>
          <p:nvPr>
            <p:ph type="dt" idx="12"/>
          </p:nvPr>
        </p:nvSpPr>
        <p:spPr>
          <a:ln/>
        </p:spPr>
        <p:txBody>
          <a:bodyPr/>
          <a:lstStyle>
            <a:lvl1pPr>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mtClean="0"/>
              <a:t>Click to edit Master title style</a:t>
            </a:r>
            <a:endParaRPr lang="zh-CN" altLang="en-US"/>
          </a:p>
        </p:txBody>
      </p:sp>
      <p:sp>
        <p:nvSpPr>
          <p:cNvPr id="3" name="Content Placeholder 2"/>
          <p:cNvSpPr>
            <a:spLocks noGrp="1"/>
          </p:cNvSpPr>
          <p:nvPr>
            <p:ph sz="half" idx="1"/>
          </p:nvPr>
        </p:nvSpPr>
        <p:spPr>
          <a:xfrm>
            <a:off x="182563" y="1341438"/>
            <a:ext cx="4265612" cy="50117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a:p>
        </p:txBody>
      </p:sp>
      <p:sp>
        <p:nvSpPr>
          <p:cNvPr id="4" name="Content Placeholder 3"/>
          <p:cNvSpPr>
            <a:spLocks noGrp="1"/>
          </p:cNvSpPr>
          <p:nvPr>
            <p:ph sz="half" idx="2"/>
          </p:nvPr>
        </p:nvSpPr>
        <p:spPr>
          <a:xfrm>
            <a:off x="4600575" y="1341438"/>
            <a:ext cx="4267200" cy="50117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a:p>
        </p:txBody>
      </p:sp>
      <p:sp>
        <p:nvSpPr>
          <p:cNvPr id="5" name="Rectangle 7"/>
          <p:cNvSpPr>
            <a:spLocks noGrp="1" noChangeArrowheads="1"/>
          </p:cNvSpPr>
          <p:nvPr>
            <p:ph type="sldNum" idx="10"/>
          </p:nvPr>
        </p:nvSpPr>
        <p:spPr>
          <a:ln/>
        </p:spPr>
        <p:txBody>
          <a:bodyPr/>
          <a:lstStyle>
            <a:lvl1pPr>
              <a:defRPr/>
            </a:lvl1pPr>
          </a:lstStyle>
          <a:p>
            <a:pPr>
              <a:defRPr/>
            </a:pPr>
            <a:fld id="{C04D508F-4E95-40EF-9447-71DD9A8E44F7}" type="slidenum">
              <a:rPr lang="en-US" altLang="zh-CN"/>
              <a:pPr>
                <a:defRPr/>
              </a:pPr>
              <a:t>‹#›</a:t>
            </a:fld>
            <a:endParaRPr lang="en-US" altLang="zh-CN"/>
          </a:p>
        </p:txBody>
      </p:sp>
      <p:sp>
        <p:nvSpPr>
          <p:cNvPr id="6" name="Rectangle 8"/>
          <p:cNvSpPr>
            <a:spLocks noGrp="1" noChangeArrowheads="1"/>
          </p:cNvSpPr>
          <p:nvPr>
            <p:ph type="ftr" idx="11"/>
          </p:nvPr>
        </p:nvSpPr>
        <p:spPr>
          <a:ln/>
        </p:spPr>
        <p:txBody>
          <a:bodyPr/>
          <a:lstStyle>
            <a:lvl1pPr>
              <a:defRPr/>
            </a:lvl1pPr>
          </a:lstStyle>
          <a:p>
            <a:pPr>
              <a:defRPr/>
            </a:pPr>
            <a:endParaRPr lang="en-US" altLang="zh-CN"/>
          </a:p>
        </p:txBody>
      </p:sp>
      <p:sp>
        <p:nvSpPr>
          <p:cNvPr id="7" name="Rectangle 9"/>
          <p:cNvSpPr>
            <a:spLocks noGrp="1" noChangeArrowheads="1"/>
          </p:cNvSpPr>
          <p:nvPr>
            <p:ph type="dt" idx="12"/>
          </p:nvPr>
        </p:nvSpPr>
        <p:spPr>
          <a:ln/>
        </p:spPr>
        <p:txBody>
          <a:bodyPr/>
          <a:lstStyle>
            <a:lvl1pPr>
              <a:defRPr/>
            </a:lvl1pPr>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ltLang="zh-CN" smtClean="0"/>
              <a:t>Click to edit Master title style</a:t>
            </a:r>
            <a:endParaRPr lang="zh-CN" alt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a:p>
        </p:txBody>
      </p:sp>
      <p:sp>
        <p:nvSpPr>
          <p:cNvPr id="7" name="Rectangle 7"/>
          <p:cNvSpPr>
            <a:spLocks noGrp="1" noChangeArrowheads="1"/>
          </p:cNvSpPr>
          <p:nvPr>
            <p:ph type="sldNum" idx="10"/>
          </p:nvPr>
        </p:nvSpPr>
        <p:spPr>
          <a:ln/>
        </p:spPr>
        <p:txBody>
          <a:bodyPr/>
          <a:lstStyle>
            <a:lvl1pPr>
              <a:defRPr/>
            </a:lvl1pPr>
          </a:lstStyle>
          <a:p>
            <a:pPr>
              <a:defRPr/>
            </a:pPr>
            <a:fld id="{D3E7FC8D-B96D-4B6F-9D94-59A81A07345A}" type="slidenum">
              <a:rPr lang="en-US" altLang="zh-CN"/>
              <a:pPr>
                <a:defRPr/>
              </a:pPr>
              <a:t>‹#›</a:t>
            </a:fld>
            <a:endParaRPr lang="en-US" altLang="zh-CN"/>
          </a:p>
        </p:txBody>
      </p:sp>
      <p:sp>
        <p:nvSpPr>
          <p:cNvPr id="8" name="Rectangle 8"/>
          <p:cNvSpPr>
            <a:spLocks noGrp="1" noChangeArrowheads="1"/>
          </p:cNvSpPr>
          <p:nvPr>
            <p:ph type="ftr" idx="11"/>
          </p:nvPr>
        </p:nvSpPr>
        <p:spPr>
          <a:ln/>
        </p:spPr>
        <p:txBody>
          <a:bodyPr/>
          <a:lstStyle>
            <a:lvl1pPr>
              <a:defRPr/>
            </a:lvl1pPr>
          </a:lstStyle>
          <a:p>
            <a:pPr>
              <a:defRPr/>
            </a:pPr>
            <a:endParaRPr lang="en-US" altLang="zh-CN"/>
          </a:p>
        </p:txBody>
      </p:sp>
      <p:sp>
        <p:nvSpPr>
          <p:cNvPr id="9" name="Rectangle 9"/>
          <p:cNvSpPr>
            <a:spLocks noGrp="1" noChangeArrowheads="1"/>
          </p:cNvSpPr>
          <p:nvPr>
            <p:ph type="dt" idx="12"/>
          </p:nvPr>
        </p:nvSpPr>
        <p:spPr>
          <a:ln/>
        </p:spPr>
        <p:txBody>
          <a:bodyPr/>
          <a:lstStyle>
            <a:lvl1pPr>
              <a:defRPr/>
            </a:lvl1pPr>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mtClean="0"/>
              <a:t>Click to edit Master title style</a:t>
            </a:r>
            <a:endParaRPr lang="zh-CN" altLang="en-US"/>
          </a:p>
        </p:txBody>
      </p:sp>
      <p:sp>
        <p:nvSpPr>
          <p:cNvPr id="3" name="Rectangle 7"/>
          <p:cNvSpPr>
            <a:spLocks noGrp="1" noChangeArrowheads="1"/>
          </p:cNvSpPr>
          <p:nvPr>
            <p:ph type="sldNum" idx="10"/>
          </p:nvPr>
        </p:nvSpPr>
        <p:spPr>
          <a:ln/>
        </p:spPr>
        <p:txBody>
          <a:bodyPr/>
          <a:lstStyle>
            <a:lvl1pPr>
              <a:defRPr/>
            </a:lvl1pPr>
          </a:lstStyle>
          <a:p>
            <a:pPr>
              <a:defRPr/>
            </a:pPr>
            <a:fld id="{EA7106A8-0D3A-4A26-9B44-1DD816F0316C}" type="slidenum">
              <a:rPr lang="en-US" altLang="zh-CN"/>
              <a:pPr>
                <a:defRPr/>
              </a:pPr>
              <a:t>‹#›</a:t>
            </a:fld>
            <a:endParaRPr lang="en-US" altLang="zh-CN"/>
          </a:p>
        </p:txBody>
      </p:sp>
      <p:sp>
        <p:nvSpPr>
          <p:cNvPr id="4" name="Rectangle 8"/>
          <p:cNvSpPr>
            <a:spLocks noGrp="1" noChangeArrowheads="1"/>
          </p:cNvSpPr>
          <p:nvPr>
            <p:ph type="ftr" idx="11"/>
          </p:nvPr>
        </p:nvSpPr>
        <p:spPr>
          <a:ln/>
        </p:spPr>
        <p:txBody>
          <a:bodyPr/>
          <a:lstStyle>
            <a:lvl1pPr>
              <a:defRPr/>
            </a:lvl1pPr>
          </a:lstStyle>
          <a:p>
            <a:pPr>
              <a:defRPr/>
            </a:pPr>
            <a:endParaRPr lang="en-US" altLang="zh-CN"/>
          </a:p>
        </p:txBody>
      </p:sp>
      <p:sp>
        <p:nvSpPr>
          <p:cNvPr id="5" name="Rectangle 9"/>
          <p:cNvSpPr>
            <a:spLocks noGrp="1" noChangeArrowheads="1"/>
          </p:cNvSpPr>
          <p:nvPr>
            <p:ph type="dt" idx="12"/>
          </p:nvPr>
        </p:nvSpPr>
        <p:spPr>
          <a:ln/>
        </p:spPr>
        <p:txBody>
          <a:bodyPr/>
          <a:lstStyle>
            <a:lvl1pPr>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7"/>
          <p:cNvSpPr>
            <a:spLocks noGrp="1" noChangeArrowheads="1"/>
          </p:cNvSpPr>
          <p:nvPr>
            <p:ph type="sldNum" idx="10"/>
          </p:nvPr>
        </p:nvSpPr>
        <p:spPr>
          <a:ln/>
        </p:spPr>
        <p:txBody>
          <a:bodyPr/>
          <a:lstStyle>
            <a:lvl1pPr>
              <a:defRPr/>
            </a:lvl1pPr>
          </a:lstStyle>
          <a:p>
            <a:pPr>
              <a:defRPr/>
            </a:pPr>
            <a:fld id="{95FBA0CB-7167-45BB-9FA0-FEC7E47AC8A4}" type="slidenum">
              <a:rPr lang="en-US" altLang="zh-CN"/>
              <a:pPr>
                <a:defRPr/>
              </a:pPr>
              <a:t>‹#›</a:t>
            </a:fld>
            <a:endParaRPr lang="en-US" altLang="zh-CN"/>
          </a:p>
        </p:txBody>
      </p:sp>
      <p:sp>
        <p:nvSpPr>
          <p:cNvPr id="3" name="Rectangle 8"/>
          <p:cNvSpPr>
            <a:spLocks noGrp="1" noChangeArrowheads="1"/>
          </p:cNvSpPr>
          <p:nvPr>
            <p:ph type="ftr" idx="11"/>
          </p:nvPr>
        </p:nvSpPr>
        <p:spPr>
          <a:ln/>
        </p:spPr>
        <p:txBody>
          <a:bodyPr/>
          <a:lstStyle>
            <a:lvl1pPr>
              <a:defRPr/>
            </a:lvl1pPr>
          </a:lstStyle>
          <a:p>
            <a:pPr>
              <a:defRPr/>
            </a:pPr>
            <a:endParaRPr lang="en-US" altLang="zh-CN"/>
          </a:p>
        </p:txBody>
      </p:sp>
      <p:sp>
        <p:nvSpPr>
          <p:cNvPr id="4" name="Rectangle 9"/>
          <p:cNvSpPr>
            <a:spLocks noGrp="1" noChangeArrowheads="1"/>
          </p:cNvSpPr>
          <p:nvPr>
            <p:ph type="dt" idx="12"/>
          </p:nvPr>
        </p:nvSpPr>
        <p:spPr>
          <a:ln/>
        </p:spPr>
        <p:txBody>
          <a:bodyPr/>
          <a:lstStyle>
            <a:lvl1pPr>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ltLang="zh-CN" smtClean="0"/>
              <a:t>Click to edit Master title style</a:t>
            </a:r>
            <a:endParaRPr lang="zh-CN" alt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smtClean="0"/>
              <a:t>Click to edit Master text styles</a:t>
            </a:r>
          </a:p>
        </p:txBody>
      </p:sp>
      <p:sp>
        <p:nvSpPr>
          <p:cNvPr id="5" name="Rectangle 7"/>
          <p:cNvSpPr>
            <a:spLocks noGrp="1" noChangeArrowheads="1"/>
          </p:cNvSpPr>
          <p:nvPr>
            <p:ph type="sldNum" idx="10"/>
          </p:nvPr>
        </p:nvSpPr>
        <p:spPr>
          <a:ln/>
        </p:spPr>
        <p:txBody>
          <a:bodyPr/>
          <a:lstStyle>
            <a:lvl1pPr>
              <a:defRPr/>
            </a:lvl1pPr>
          </a:lstStyle>
          <a:p>
            <a:pPr>
              <a:defRPr/>
            </a:pPr>
            <a:fld id="{2808157B-9872-4A18-A6FB-3812C64E5FE9}" type="slidenum">
              <a:rPr lang="en-US" altLang="zh-CN"/>
              <a:pPr>
                <a:defRPr/>
              </a:pPr>
              <a:t>‹#›</a:t>
            </a:fld>
            <a:endParaRPr lang="en-US" altLang="zh-CN"/>
          </a:p>
        </p:txBody>
      </p:sp>
      <p:sp>
        <p:nvSpPr>
          <p:cNvPr id="6" name="Rectangle 8"/>
          <p:cNvSpPr>
            <a:spLocks noGrp="1" noChangeArrowheads="1"/>
          </p:cNvSpPr>
          <p:nvPr>
            <p:ph type="ftr" idx="11"/>
          </p:nvPr>
        </p:nvSpPr>
        <p:spPr>
          <a:ln/>
        </p:spPr>
        <p:txBody>
          <a:bodyPr/>
          <a:lstStyle>
            <a:lvl1pPr>
              <a:defRPr/>
            </a:lvl1pPr>
          </a:lstStyle>
          <a:p>
            <a:pPr>
              <a:defRPr/>
            </a:pPr>
            <a:endParaRPr lang="en-US" altLang="zh-CN"/>
          </a:p>
        </p:txBody>
      </p:sp>
      <p:sp>
        <p:nvSpPr>
          <p:cNvPr id="7" name="Rectangle 9"/>
          <p:cNvSpPr>
            <a:spLocks noGrp="1" noChangeArrowheads="1"/>
          </p:cNvSpPr>
          <p:nvPr>
            <p:ph type="dt" idx="12"/>
          </p:nvPr>
        </p:nvSpPr>
        <p:spPr>
          <a:ln/>
        </p:spPr>
        <p:txBody>
          <a:bodyPr/>
          <a:lstStyle>
            <a:lvl1pPr>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ltLang="zh-CN" smtClean="0"/>
              <a:t>Click to edit Master title style</a:t>
            </a:r>
            <a:endParaRPr lang="zh-CN" alt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smtClean="0"/>
              <a:t>Click to edit Master text styles</a:t>
            </a:r>
          </a:p>
        </p:txBody>
      </p:sp>
      <p:sp>
        <p:nvSpPr>
          <p:cNvPr id="5" name="Rectangle 7"/>
          <p:cNvSpPr>
            <a:spLocks noGrp="1" noChangeArrowheads="1"/>
          </p:cNvSpPr>
          <p:nvPr>
            <p:ph type="sldNum" idx="10"/>
          </p:nvPr>
        </p:nvSpPr>
        <p:spPr>
          <a:ln/>
        </p:spPr>
        <p:txBody>
          <a:bodyPr/>
          <a:lstStyle>
            <a:lvl1pPr>
              <a:defRPr/>
            </a:lvl1pPr>
          </a:lstStyle>
          <a:p>
            <a:pPr>
              <a:defRPr/>
            </a:pPr>
            <a:fld id="{FA81F54B-9305-4DCE-8E17-EA0E5F477C13}" type="slidenum">
              <a:rPr lang="en-US" altLang="zh-CN"/>
              <a:pPr>
                <a:defRPr/>
              </a:pPr>
              <a:t>‹#›</a:t>
            </a:fld>
            <a:endParaRPr lang="en-US" altLang="zh-CN"/>
          </a:p>
        </p:txBody>
      </p:sp>
      <p:sp>
        <p:nvSpPr>
          <p:cNvPr id="6" name="Rectangle 8"/>
          <p:cNvSpPr>
            <a:spLocks noGrp="1" noChangeArrowheads="1"/>
          </p:cNvSpPr>
          <p:nvPr>
            <p:ph type="ftr" idx="11"/>
          </p:nvPr>
        </p:nvSpPr>
        <p:spPr>
          <a:ln/>
        </p:spPr>
        <p:txBody>
          <a:bodyPr/>
          <a:lstStyle>
            <a:lvl1pPr>
              <a:defRPr/>
            </a:lvl1pPr>
          </a:lstStyle>
          <a:p>
            <a:pPr>
              <a:defRPr/>
            </a:pPr>
            <a:endParaRPr lang="en-US" altLang="zh-CN"/>
          </a:p>
        </p:txBody>
      </p:sp>
      <p:sp>
        <p:nvSpPr>
          <p:cNvPr id="7" name="Rectangle 9"/>
          <p:cNvSpPr>
            <a:spLocks noGrp="1" noChangeArrowheads="1"/>
          </p:cNvSpPr>
          <p:nvPr>
            <p:ph type="dt" idx="12"/>
          </p:nvPr>
        </p:nvSpPr>
        <p:spPr>
          <a:ln/>
        </p:spPr>
        <p:txBody>
          <a:bodyPr/>
          <a:lstStyle>
            <a:lvl1pPr>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mtClean="0"/>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a:p>
        </p:txBody>
      </p:sp>
      <p:sp>
        <p:nvSpPr>
          <p:cNvPr id="4" name="Rectangle 7"/>
          <p:cNvSpPr>
            <a:spLocks noGrp="1" noChangeArrowheads="1"/>
          </p:cNvSpPr>
          <p:nvPr>
            <p:ph type="sldNum" idx="10"/>
          </p:nvPr>
        </p:nvSpPr>
        <p:spPr>
          <a:ln/>
        </p:spPr>
        <p:txBody>
          <a:bodyPr/>
          <a:lstStyle>
            <a:lvl1pPr>
              <a:defRPr/>
            </a:lvl1pPr>
          </a:lstStyle>
          <a:p>
            <a:pPr>
              <a:defRPr/>
            </a:pPr>
            <a:fld id="{BC7313C4-E4F0-4269-A109-34CBF66FFC86}" type="slidenum">
              <a:rPr lang="en-US" altLang="zh-CN"/>
              <a:pPr>
                <a:defRPr/>
              </a:pPr>
              <a:t>‹#›</a:t>
            </a:fld>
            <a:endParaRPr lang="en-US" altLang="zh-CN"/>
          </a:p>
        </p:txBody>
      </p:sp>
      <p:sp>
        <p:nvSpPr>
          <p:cNvPr id="5" name="Rectangle 8"/>
          <p:cNvSpPr>
            <a:spLocks noGrp="1" noChangeArrowheads="1"/>
          </p:cNvSpPr>
          <p:nvPr>
            <p:ph type="ftr" idx="11"/>
          </p:nvPr>
        </p:nvSpPr>
        <p:spPr>
          <a:ln/>
        </p:spPr>
        <p:txBody>
          <a:bodyPr/>
          <a:lstStyle>
            <a:lvl1pPr>
              <a:defRPr/>
            </a:lvl1pPr>
          </a:lstStyle>
          <a:p>
            <a:pPr>
              <a:defRPr/>
            </a:pPr>
            <a:endParaRPr lang="en-US" altLang="zh-CN"/>
          </a:p>
        </p:txBody>
      </p:sp>
      <p:sp>
        <p:nvSpPr>
          <p:cNvPr id="6" name="Rectangle 9"/>
          <p:cNvSpPr>
            <a:spLocks noGrp="1" noChangeArrowheads="1"/>
          </p:cNvSpPr>
          <p:nvPr>
            <p:ph type="dt" idx="12"/>
          </p:nvPr>
        </p:nvSpPr>
        <p:spPr>
          <a:ln/>
        </p:spPr>
        <p:txBody>
          <a:bodyPr/>
          <a:lstStyle>
            <a:lvl1pPr>
              <a:defRPr/>
            </a:lvl1pPr>
          </a:lstStyle>
          <a:p>
            <a:pPr>
              <a:defRPr/>
            </a:pP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97663" y="593725"/>
            <a:ext cx="2170112" cy="5759450"/>
          </a:xfrm>
        </p:spPr>
        <p:txBody>
          <a:bodyPr vert="eaVert"/>
          <a:lstStyle/>
          <a:p>
            <a:r>
              <a:rPr lang="en-US" altLang="zh-CN" smtClean="0"/>
              <a:t>Click to edit Master title style</a:t>
            </a:r>
            <a:endParaRPr lang="zh-CN" altLang="en-US"/>
          </a:p>
        </p:txBody>
      </p:sp>
      <p:sp>
        <p:nvSpPr>
          <p:cNvPr id="3" name="Vertical Text Placeholder 2"/>
          <p:cNvSpPr>
            <a:spLocks noGrp="1"/>
          </p:cNvSpPr>
          <p:nvPr>
            <p:ph type="body" orient="vert" idx="1"/>
          </p:nvPr>
        </p:nvSpPr>
        <p:spPr>
          <a:xfrm>
            <a:off x="182563" y="593725"/>
            <a:ext cx="6362700" cy="5759450"/>
          </a:xfrm>
        </p:spPr>
        <p:txBody>
          <a:bodyPr vert="eaVert"/>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a:p>
        </p:txBody>
      </p:sp>
      <p:sp>
        <p:nvSpPr>
          <p:cNvPr id="4" name="Rectangle 7"/>
          <p:cNvSpPr>
            <a:spLocks noGrp="1" noChangeArrowheads="1"/>
          </p:cNvSpPr>
          <p:nvPr>
            <p:ph type="sldNum" idx="10"/>
          </p:nvPr>
        </p:nvSpPr>
        <p:spPr>
          <a:ln/>
        </p:spPr>
        <p:txBody>
          <a:bodyPr/>
          <a:lstStyle>
            <a:lvl1pPr>
              <a:defRPr/>
            </a:lvl1pPr>
          </a:lstStyle>
          <a:p>
            <a:pPr>
              <a:defRPr/>
            </a:pPr>
            <a:fld id="{D0683F63-60C9-41C0-AD6E-2258DAE881B7}" type="slidenum">
              <a:rPr lang="en-US" altLang="zh-CN"/>
              <a:pPr>
                <a:defRPr/>
              </a:pPr>
              <a:t>‹#›</a:t>
            </a:fld>
            <a:endParaRPr lang="en-US" altLang="zh-CN"/>
          </a:p>
        </p:txBody>
      </p:sp>
      <p:sp>
        <p:nvSpPr>
          <p:cNvPr id="5" name="Rectangle 8"/>
          <p:cNvSpPr>
            <a:spLocks noGrp="1" noChangeArrowheads="1"/>
          </p:cNvSpPr>
          <p:nvPr>
            <p:ph type="ftr" idx="11"/>
          </p:nvPr>
        </p:nvSpPr>
        <p:spPr>
          <a:ln/>
        </p:spPr>
        <p:txBody>
          <a:bodyPr/>
          <a:lstStyle>
            <a:lvl1pPr>
              <a:defRPr/>
            </a:lvl1pPr>
          </a:lstStyle>
          <a:p>
            <a:pPr>
              <a:defRPr/>
            </a:pPr>
            <a:endParaRPr lang="en-US" altLang="zh-CN"/>
          </a:p>
        </p:txBody>
      </p:sp>
      <p:sp>
        <p:nvSpPr>
          <p:cNvPr id="6" name="Rectangle 9"/>
          <p:cNvSpPr>
            <a:spLocks noGrp="1" noChangeArrowheads="1"/>
          </p:cNvSpPr>
          <p:nvPr>
            <p:ph type="dt" idx="12"/>
          </p:nvPr>
        </p:nvSpPr>
        <p:spPr>
          <a:ln/>
        </p:spPr>
        <p:txBody>
          <a:bodyPr/>
          <a:lstStyle>
            <a:lvl1pPr>
              <a:defRPr/>
            </a:lvl1pPr>
          </a:lstStyle>
          <a:p>
            <a:pPr>
              <a:defRPr/>
            </a:pPr>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82563" y="593725"/>
            <a:ext cx="8685212" cy="674688"/>
          </a:xfrm>
        </p:spPr>
        <p:txBody>
          <a:bodyPr/>
          <a:lstStyle/>
          <a:p>
            <a:r>
              <a:rPr lang="en-US" altLang="zh-CN" smtClean="0"/>
              <a:t>Click to edit Master title style</a:t>
            </a:r>
            <a:endParaRPr lang="zh-CN" altLang="en-US"/>
          </a:p>
        </p:txBody>
      </p:sp>
      <p:sp>
        <p:nvSpPr>
          <p:cNvPr id="3" name="Table Placeholder 2"/>
          <p:cNvSpPr>
            <a:spLocks noGrp="1"/>
          </p:cNvSpPr>
          <p:nvPr>
            <p:ph type="tbl" idx="1"/>
          </p:nvPr>
        </p:nvSpPr>
        <p:spPr>
          <a:xfrm>
            <a:off x="182563" y="1341438"/>
            <a:ext cx="8685212" cy="5011737"/>
          </a:xfrm>
        </p:spPr>
        <p:txBody>
          <a:bodyPr/>
          <a:lstStyle/>
          <a:p>
            <a:pPr lvl="0"/>
            <a:endParaRPr lang="zh-CN" altLang="en-US" noProof="0" smtClean="0"/>
          </a:p>
        </p:txBody>
      </p:sp>
      <p:sp>
        <p:nvSpPr>
          <p:cNvPr id="4" name="Rectangle 7"/>
          <p:cNvSpPr>
            <a:spLocks noGrp="1" noChangeArrowheads="1"/>
          </p:cNvSpPr>
          <p:nvPr>
            <p:ph type="sldNum" idx="10"/>
          </p:nvPr>
        </p:nvSpPr>
        <p:spPr>
          <a:ln/>
        </p:spPr>
        <p:txBody>
          <a:bodyPr/>
          <a:lstStyle>
            <a:lvl1pPr>
              <a:defRPr/>
            </a:lvl1pPr>
          </a:lstStyle>
          <a:p>
            <a:pPr>
              <a:defRPr/>
            </a:pPr>
            <a:fld id="{20B39D88-0A25-4E16-BACF-635BF13045B6}" type="slidenum">
              <a:rPr lang="en-US" altLang="zh-CN"/>
              <a:pPr>
                <a:defRPr/>
              </a:pPr>
              <a:t>‹#›</a:t>
            </a:fld>
            <a:endParaRPr lang="en-US" altLang="zh-CN"/>
          </a:p>
        </p:txBody>
      </p:sp>
      <p:sp>
        <p:nvSpPr>
          <p:cNvPr id="5" name="Rectangle 8"/>
          <p:cNvSpPr>
            <a:spLocks noGrp="1" noChangeArrowheads="1"/>
          </p:cNvSpPr>
          <p:nvPr>
            <p:ph type="ftr" idx="11"/>
          </p:nvPr>
        </p:nvSpPr>
        <p:spPr>
          <a:ln/>
        </p:spPr>
        <p:txBody>
          <a:bodyPr/>
          <a:lstStyle>
            <a:lvl1pPr>
              <a:defRPr/>
            </a:lvl1pPr>
          </a:lstStyle>
          <a:p>
            <a:pPr>
              <a:defRPr/>
            </a:pPr>
            <a:endParaRPr lang="en-US" altLang="zh-CN"/>
          </a:p>
        </p:txBody>
      </p:sp>
      <p:sp>
        <p:nvSpPr>
          <p:cNvPr id="6" name="Rectangle 9"/>
          <p:cNvSpPr>
            <a:spLocks noGrp="1" noChangeArrowheads="1"/>
          </p:cNvSpPr>
          <p:nvPr>
            <p:ph type="dt" idx="12"/>
          </p:nvPr>
        </p:nvSpPr>
        <p:spPr>
          <a:ln/>
        </p:spPr>
        <p:txBody>
          <a:bodyPr/>
          <a:lstStyle>
            <a:lvl1pPr>
              <a:defRPr/>
            </a:lvl1pPr>
          </a:lstStyle>
          <a:p>
            <a:pPr>
              <a:defRPr/>
            </a:pPr>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82563" y="593725"/>
            <a:ext cx="8685212" cy="674688"/>
          </a:xfrm>
        </p:spPr>
        <p:txBody>
          <a:bodyPr/>
          <a:lstStyle/>
          <a:p>
            <a:r>
              <a:rPr lang="en-US" altLang="zh-CN" smtClean="0"/>
              <a:t>Click to edit Master title style</a:t>
            </a:r>
            <a:endParaRPr lang="zh-CN" altLang="en-US"/>
          </a:p>
        </p:txBody>
      </p:sp>
      <p:sp>
        <p:nvSpPr>
          <p:cNvPr id="3" name="Text Placeholder 2"/>
          <p:cNvSpPr>
            <a:spLocks noGrp="1"/>
          </p:cNvSpPr>
          <p:nvPr>
            <p:ph type="body" sz="half" idx="1"/>
          </p:nvPr>
        </p:nvSpPr>
        <p:spPr>
          <a:xfrm>
            <a:off x="182563" y="1341438"/>
            <a:ext cx="4265612" cy="5011737"/>
          </a:xfrm>
        </p:spPr>
        <p:txBody>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a:p>
        </p:txBody>
      </p:sp>
      <p:sp>
        <p:nvSpPr>
          <p:cNvPr id="4" name="Content Placeholder 3"/>
          <p:cNvSpPr>
            <a:spLocks noGrp="1"/>
          </p:cNvSpPr>
          <p:nvPr>
            <p:ph sz="half" idx="2"/>
          </p:nvPr>
        </p:nvSpPr>
        <p:spPr>
          <a:xfrm>
            <a:off x="4600575" y="1341438"/>
            <a:ext cx="4267200" cy="5011737"/>
          </a:xfrm>
        </p:spPr>
        <p:txBody>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a:p>
        </p:txBody>
      </p:sp>
      <p:sp>
        <p:nvSpPr>
          <p:cNvPr id="5" name="Rectangle 7"/>
          <p:cNvSpPr>
            <a:spLocks noGrp="1" noChangeArrowheads="1"/>
          </p:cNvSpPr>
          <p:nvPr>
            <p:ph type="sldNum" idx="10"/>
          </p:nvPr>
        </p:nvSpPr>
        <p:spPr>
          <a:ln/>
        </p:spPr>
        <p:txBody>
          <a:bodyPr/>
          <a:lstStyle>
            <a:lvl1pPr>
              <a:defRPr/>
            </a:lvl1pPr>
          </a:lstStyle>
          <a:p>
            <a:pPr>
              <a:defRPr/>
            </a:pPr>
            <a:fld id="{624F42CA-DB76-4651-BCE7-5EE14292D2C1}" type="slidenum">
              <a:rPr lang="en-US" altLang="zh-CN"/>
              <a:pPr>
                <a:defRPr/>
              </a:pPr>
              <a:t>‹#›</a:t>
            </a:fld>
            <a:endParaRPr lang="en-US" altLang="zh-CN"/>
          </a:p>
        </p:txBody>
      </p:sp>
      <p:sp>
        <p:nvSpPr>
          <p:cNvPr id="6" name="Rectangle 8"/>
          <p:cNvSpPr>
            <a:spLocks noGrp="1" noChangeArrowheads="1"/>
          </p:cNvSpPr>
          <p:nvPr>
            <p:ph type="ftr" idx="11"/>
          </p:nvPr>
        </p:nvSpPr>
        <p:spPr>
          <a:ln/>
        </p:spPr>
        <p:txBody>
          <a:bodyPr/>
          <a:lstStyle>
            <a:lvl1pPr>
              <a:defRPr/>
            </a:lvl1pPr>
          </a:lstStyle>
          <a:p>
            <a:pPr>
              <a:defRPr/>
            </a:pPr>
            <a:endParaRPr lang="en-US" altLang="zh-CN"/>
          </a:p>
        </p:txBody>
      </p:sp>
      <p:sp>
        <p:nvSpPr>
          <p:cNvPr id="7" name="Rectangle 9"/>
          <p:cNvSpPr>
            <a:spLocks noGrp="1" noChangeArrowheads="1"/>
          </p:cNvSpPr>
          <p:nvPr>
            <p:ph type="dt" idx="12"/>
          </p:nvPr>
        </p:nvSpPr>
        <p:spPr>
          <a:ln/>
        </p:spPr>
        <p:txBody>
          <a:bodyPr/>
          <a:lstStyle>
            <a:lvl1pPr>
              <a:defRPr/>
            </a:lvl1pPr>
          </a:lstStyle>
          <a:p>
            <a:pPr>
              <a:defRPr/>
            </a:pP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82563" y="593725"/>
            <a:ext cx="8685212" cy="674688"/>
          </a:xfrm>
          <a:prstGeom prst="rect">
            <a:avLst/>
          </a:prstGeom>
          <a:noFill/>
          <a:ln w="9525">
            <a:noFill/>
            <a:miter lim="800000"/>
            <a:headEnd/>
            <a:tailEnd/>
          </a:ln>
        </p:spPr>
        <p:txBody>
          <a:bodyPr vert="horz" wrap="square" lIns="90000" tIns="46800" rIns="90000" bIns="46800" numCol="1" anchor="t" anchorCtr="0" compatLnSpc="1">
            <a:prstTxWarp prst="textNoShape">
              <a:avLst/>
            </a:prstTxWarp>
          </a:bodyPr>
          <a:lstStyle/>
          <a:p>
            <a:pPr lvl="0"/>
            <a:r>
              <a:rPr lang="en-GB" altLang="zh-CN" smtClean="0"/>
              <a:t>Click to edit the title text format</a:t>
            </a:r>
          </a:p>
        </p:txBody>
      </p:sp>
      <p:sp>
        <p:nvSpPr>
          <p:cNvPr id="1027" name="Rectangle 3"/>
          <p:cNvSpPr>
            <a:spLocks noGrp="1" noChangeArrowheads="1"/>
          </p:cNvSpPr>
          <p:nvPr>
            <p:ph type="body" idx="1"/>
          </p:nvPr>
        </p:nvSpPr>
        <p:spPr bwMode="auto">
          <a:xfrm>
            <a:off x="182563" y="1341438"/>
            <a:ext cx="8685212" cy="5011737"/>
          </a:xfrm>
          <a:prstGeom prst="rect">
            <a:avLst/>
          </a:prstGeom>
          <a:noFill/>
          <a:ln w="9525">
            <a:noFill/>
            <a:miter lim="800000"/>
            <a:headEnd/>
            <a:tailEnd/>
          </a:ln>
        </p:spPr>
        <p:txBody>
          <a:bodyPr vert="horz" wrap="square" lIns="90000" tIns="46800" rIns="90000" bIns="46800" numCol="1" anchor="t" anchorCtr="0" compatLnSpc="1">
            <a:prstTxWarp prst="textNoShape">
              <a:avLst/>
            </a:prstTxWarp>
          </a:bodyPr>
          <a:lstStyle/>
          <a:p>
            <a:pPr lvl="0"/>
            <a:r>
              <a:rPr lang="en-GB" altLang="zh-CN" smtClean="0"/>
              <a:t> Click to edit the outline text format</a:t>
            </a:r>
          </a:p>
          <a:p>
            <a:pPr lvl="1"/>
            <a:r>
              <a:rPr lang="en-GB" altLang="zh-CN" smtClean="0"/>
              <a:t>Second Outline Level</a:t>
            </a:r>
          </a:p>
          <a:p>
            <a:pPr lvl="2"/>
            <a:r>
              <a:rPr lang="en-GB" altLang="zh-CN" smtClean="0"/>
              <a:t>Third Outline Level</a:t>
            </a:r>
          </a:p>
          <a:p>
            <a:pPr lvl="3"/>
            <a:r>
              <a:rPr lang="en-GB" altLang="zh-CN" smtClean="0"/>
              <a:t> Fourth Outline Level</a:t>
            </a:r>
          </a:p>
          <a:p>
            <a:pPr lvl="4"/>
            <a:r>
              <a:rPr lang="en-GB" altLang="zh-CN" smtClean="0"/>
              <a:t>Fifth Outline Level</a:t>
            </a:r>
          </a:p>
          <a:p>
            <a:pPr lvl="4"/>
            <a:r>
              <a:rPr lang="en-GB" altLang="zh-CN" smtClean="0"/>
              <a:t>Sixth Outline Level</a:t>
            </a:r>
          </a:p>
          <a:p>
            <a:pPr lvl="4"/>
            <a:r>
              <a:rPr lang="en-GB" altLang="zh-CN" smtClean="0"/>
              <a:t>Seventh Outline Level</a:t>
            </a:r>
          </a:p>
          <a:p>
            <a:pPr lvl="4"/>
            <a:r>
              <a:rPr lang="en-GB" altLang="zh-CN" smtClean="0"/>
              <a:t>Eighth Outline Level</a:t>
            </a:r>
          </a:p>
          <a:p>
            <a:pPr lvl="4"/>
            <a:r>
              <a:rPr lang="en-GB" altLang="zh-CN" smtClean="0"/>
              <a:t>Ninth Outline Level</a:t>
            </a:r>
          </a:p>
        </p:txBody>
      </p:sp>
      <p:sp>
        <p:nvSpPr>
          <p:cNvPr id="1028" name="Line 4"/>
          <p:cNvSpPr>
            <a:spLocks noChangeShapeType="1"/>
          </p:cNvSpPr>
          <p:nvPr/>
        </p:nvSpPr>
        <p:spPr bwMode="auto">
          <a:xfrm>
            <a:off x="274638" y="549275"/>
            <a:ext cx="8594725" cy="1588"/>
          </a:xfrm>
          <a:prstGeom prst="line">
            <a:avLst/>
          </a:prstGeom>
          <a:noFill/>
          <a:ln w="9360" cmpd="sng">
            <a:solidFill>
              <a:srgbClr val="000000"/>
            </a:solidFill>
            <a:round/>
            <a:headEnd/>
            <a:tailEnd/>
          </a:ln>
          <a:effectLst/>
        </p:spPr>
        <p:txBody>
          <a:bodyPr/>
          <a:lstStyle/>
          <a:p>
            <a:pPr>
              <a:defRPr/>
            </a:pPr>
            <a:endParaRPr lang="zh-CN" altLang="en-US"/>
          </a:p>
        </p:txBody>
      </p:sp>
      <p:sp>
        <p:nvSpPr>
          <p:cNvPr id="1029" name="Rectangle 5"/>
          <p:cNvSpPr>
            <a:spLocks noChangeArrowheads="1"/>
          </p:cNvSpPr>
          <p:nvPr/>
        </p:nvSpPr>
        <p:spPr bwMode="auto">
          <a:xfrm>
            <a:off x="7589838" y="6537325"/>
            <a:ext cx="1371600" cy="184150"/>
          </a:xfrm>
          <a:prstGeom prst="rect">
            <a:avLst/>
          </a:prstGeom>
          <a:noFill/>
          <a:ln w="9525">
            <a:noFill/>
            <a:miter lim="800000"/>
            <a:headEnd/>
            <a:tailEnd/>
          </a:ln>
          <a:effectLst/>
        </p:spPr>
        <p:txBody>
          <a:bodyPr lIns="92160" tIns="46080" rIns="92160" bIns="46080"/>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800"/>
              <a:t>© 2010 IBM Corporation</a:t>
            </a:r>
          </a:p>
        </p:txBody>
      </p:sp>
      <p:sp>
        <p:nvSpPr>
          <p:cNvPr id="1030" name="Text Box 6"/>
          <p:cNvSpPr txBox="1">
            <a:spLocks noChangeArrowheads="1"/>
          </p:cNvSpPr>
          <p:nvPr/>
        </p:nvSpPr>
        <p:spPr bwMode="auto">
          <a:xfrm>
            <a:off x="182563" y="136525"/>
            <a:ext cx="4297362" cy="366713"/>
          </a:xfrm>
          <a:prstGeom prst="rect">
            <a:avLst/>
          </a:prstGeom>
          <a:noFill/>
          <a:ln w="9525">
            <a:noFill/>
            <a:miter lim="800000"/>
            <a:headEnd/>
            <a:tailEnd/>
          </a:ln>
          <a:effectLst/>
        </p:spPr>
        <p:txBody>
          <a:bodyPr lIns="90000" tIns="0" rIns="90000" bIns="0" anchor="b"/>
          <a:lstStyle/>
          <a:p>
            <a:pPr>
              <a:spcAft>
                <a:spcPts val="9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000"/>
              <a:t>DFSMSrmm </a:t>
            </a:r>
            <a:r>
              <a:rPr lang="zh-CN" altLang="en-US" sz="1000">
                <a:ea typeface="宋体" pitchFamily="2" charset="-122"/>
              </a:rPr>
              <a:t>Implenmentation</a:t>
            </a:r>
          </a:p>
        </p:txBody>
      </p:sp>
      <p:sp>
        <p:nvSpPr>
          <p:cNvPr id="1031" name="Rectangle 7"/>
          <p:cNvSpPr>
            <a:spLocks noGrp="1" noChangeArrowheads="1"/>
          </p:cNvSpPr>
          <p:nvPr>
            <p:ph type="sldNum"/>
          </p:nvPr>
        </p:nvSpPr>
        <p:spPr bwMode="auto">
          <a:xfrm>
            <a:off x="182563" y="6537325"/>
            <a:ext cx="365125" cy="212725"/>
          </a:xfrm>
          <a:prstGeom prst="rect">
            <a:avLst/>
          </a:prstGeom>
          <a:noFill/>
          <a:ln w="9525">
            <a:noFill/>
            <a:miter lim="800000"/>
            <a:headEnd/>
            <a:tailEnd/>
          </a:ln>
          <a:effectLst/>
        </p:spPr>
        <p:txBody>
          <a:bodyPr vert="horz" wrap="square" lIns="92160" tIns="46080" rIns="92160" bIns="46080" numCol="1" anchor="t" anchorCtr="0" compatLnSpc="1">
            <a:prstTxWarp prst="textNoShape">
              <a:avLst/>
            </a:prstTxWarp>
          </a:bodyPr>
          <a:lstStyle>
            <a:lvl1pPr>
              <a:defRPr sz="800" smtClean="0">
                <a:latin typeface="Arial" charset="0"/>
                <a:ea typeface="宋体" pitchFamily="2" charset="-122"/>
                <a:cs typeface="Arial" charset="0"/>
              </a:defRPr>
            </a:lvl1pPr>
          </a:lstStyle>
          <a:p>
            <a:pPr>
              <a:defRPr/>
            </a:pPr>
            <a:fld id="{31D79EA6-FFCB-4A42-BC3B-6BEE7510AEF8}" type="slidenum">
              <a:rPr lang="en-US" altLang="zh-CN"/>
              <a:pPr>
                <a:defRPr/>
              </a:pPr>
              <a:t>‹#›</a:t>
            </a:fld>
            <a:endParaRPr lang="en-US" altLang="zh-CN"/>
          </a:p>
        </p:txBody>
      </p:sp>
      <p:sp>
        <p:nvSpPr>
          <p:cNvPr id="1032" name="Rectangle 8"/>
          <p:cNvSpPr>
            <a:spLocks noGrp="1" noChangeArrowheads="1"/>
          </p:cNvSpPr>
          <p:nvPr>
            <p:ph type="ftr"/>
          </p:nvPr>
        </p:nvSpPr>
        <p:spPr bwMode="auto">
          <a:xfrm>
            <a:off x="1554163" y="6537325"/>
            <a:ext cx="5942012" cy="212725"/>
          </a:xfrm>
          <a:prstGeom prst="rect">
            <a:avLst/>
          </a:prstGeom>
          <a:noFill/>
          <a:ln w="9525">
            <a:noFill/>
            <a:miter lim="800000"/>
            <a:headEnd/>
            <a:tailEnd/>
          </a:ln>
          <a:effectLst/>
        </p:spPr>
        <p:txBody>
          <a:bodyPr vert="horz" wrap="square" lIns="92160" tIns="46080" rIns="92160" bIns="46080" numCol="1" anchor="t" anchorCtr="0" compatLnSpc="1">
            <a:prstTxWarp prst="textNoShape">
              <a:avLst/>
            </a:prstTxWarp>
          </a:bodyPr>
          <a:lstStyle>
            <a:lvl1pPr>
              <a:defRPr sz="800" smtClean="0">
                <a:latin typeface="Arial" charset="0"/>
                <a:ea typeface="宋体" pitchFamily="2" charset="-122"/>
                <a:cs typeface="Arial" charset="0"/>
              </a:defRPr>
            </a:lvl1pPr>
          </a:lstStyle>
          <a:p>
            <a:pPr>
              <a:defRPr/>
            </a:pPr>
            <a:endParaRPr lang="en-US" altLang="zh-CN"/>
          </a:p>
        </p:txBody>
      </p:sp>
      <p:sp>
        <p:nvSpPr>
          <p:cNvPr id="1033" name="Rectangle 9"/>
          <p:cNvSpPr>
            <a:spLocks noGrp="1" noChangeArrowheads="1"/>
          </p:cNvSpPr>
          <p:nvPr>
            <p:ph type="dt"/>
          </p:nvPr>
        </p:nvSpPr>
        <p:spPr bwMode="auto">
          <a:xfrm>
            <a:off x="549275" y="6537325"/>
            <a:ext cx="1003300" cy="212725"/>
          </a:xfrm>
          <a:prstGeom prst="rect">
            <a:avLst/>
          </a:prstGeom>
          <a:noFill/>
          <a:ln w="9525">
            <a:noFill/>
            <a:miter lim="800000"/>
            <a:headEnd/>
            <a:tailEnd/>
          </a:ln>
          <a:effectLst/>
        </p:spPr>
        <p:txBody>
          <a:bodyPr vert="horz" wrap="square" lIns="92160" tIns="46080" rIns="92160" bIns="46080" numCol="1" anchor="t" anchorCtr="0" compatLnSpc="1">
            <a:prstTxWarp prst="textNoShape">
              <a:avLst/>
            </a:prstTxWarp>
          </a:bodyPr>
          <a:lstStyle>
            <a:lvl1pPr>
              <a:defRPr sz="800" smtClean="0">
                <a:latin typeface="Arial" charset="0"/>
                <a:ea typeface="宋体" pitchFamily="2" charset="-122"/>
                <a:cs typeface="Arial" charset="0"/>
              </a:defRPr>
            </a:lvl1pPr>
          </a:lstStyle>
          <a:p>
            <a:pPr>
              <a:defRPr/>
            </a:pPr>
            <a:endParaRPr lang="en-US" altLang="zh-CN"/>
          </a:p>
        </p:txBody>
      </p:sp>
      <p:sp>
        <p:nvSpPr>
          <p:cNvPr id="1034" name="Text Box 10"/>
          <p:cNvSpPr txBox="1">
            <a:spLocks noChangeArrowheads="1"/>
          </p:cNvSpPr>
          <p:nvPr/>
        </p:nvSpPr>
        <p:spPr bwMode="auto">
          <a:xfrm>
            <a:off x="5651500" y="115888"/>
            <a:ext cx="3281363" cy="366712"/>
          </a:xfrm>
          <a:prstGeom prst="rect">
            <a:avLst/>
          </a:prstGeom>
          <a:noFill/>
          <a:ln w="9525">
            <a:noFill/>
            <a:miter lim="800000"/>
            <a:headEnd/>
            <a:tailEnd/>
          </a:ln>
          <a:effectLst/>
        </p:spPr>
        <p:txBody>
          <a:bodyPr lIns="90000" tIns="0" rIns="90000" bIns="0" anchor="b"/>
          <a:lstStyle/>
          <a:p>
            <a:pPr>
              <a:spcAft>
                <a:spcPts val="9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altLang="zh-CN" sz="1000">
              <a:latin typeface="Arial" charset="0"/>
              <a:ea typeface="宋体" pitchFamily="2" charset="-122"/>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hdr="0" ftr="0" dt="0"/>
  <p:txStyles>
    <p:titleStyle>
      <a:lvl1pPr algn="l" defTabSz="457200" rtl="0" eaLnBrk="0" fontAlgn="base" hangingPunct="0">
        <a:lnSpc>
          <a:spcPct val="90000"/>
        </a:lnSpc>
        <a:spcBef>
          <a:spcPct val="0"/>
        </a:spcBef>
        <a:spcAft>
          <a:spcPct val="0"/>
        </a:spcAft>
        <a:buClr>
          <a:srgbClr val="48F185"/>
        </a:buClr>
        <a:buFont typeface="Times New Roman" pitchFamily="18" charset="0"/>
        <a:defRPr sz="2200">
          <a:solidFill>
            <a:srgbClr val="7889FB"/>
          </a:solidFill>
          <a:latin typeface="+mj-lt"/>
          <a:ea typeface="Lucida Sans Unicode" pitchFamily="34" charset="0"/>
          <a:cs typeface="+mj-cs"/>
        </a:defRPr>
      </a:lvl1pPr>
      <a:lvl2pPr algn="l" defTabSz="457200" rtl="0" eaLnBrk="0" fontAlgn="base" hangingPunct="0">
        <a:lnSpc>
          <a:spcPct val="90000"/>
        </a:lnSpc>
        <a:spcBef>
          <a:spcPct val="0"/>
        </a:spcBef>
        <a:spcAft>
          <a:spcPct val="0"/>
        </a:spcAft>
        <a:buClr>
          <a:srgbClr val="48F185"/>
        </a:buClr>
        <a:buFont typeface="Times New Roman" pitchFamily="18" charset="0"/>
        <a:defRPr sz="2200">
          <a:solidFill>
            <a:srgbClr val="7889FB"/>
          </a:solidFill>
          <a:latin typeface="Arial" pitchFamily="34" charset="0"/>
          <a:ea typeface="Lucida Sans Unicode" pitchFamily="34" charset="0"/>
          <a:cs typeface="Lucida Sans Unicode" pitchFamily="34" charset="0"/>
        </a:defRPr>
      </a:lvl2pPr>
      <a:lvl3pPr algn="l" defTabSz="457200" rtl="0" eaLnBrk="0" fontAlgn="base" hangingPunct="0">
        <a:lnSpc>
          <a:spcPct val="90000"/>
        </a:lnSpc>
        <a:spcBef>
          <a:spcPct val="0"/>
        </a:spcBef>
        <a:spcAft>
          <a:spcPct val="0"/>
        </a:spcAft>
        <a:buClr>
          <a:srgbClr val="48F185"/>
        </a:buClr>
        <a:buFont typeface="Times New Roman" pitchFamily="18" charset="0"/>
        <a:defRPr sz="2200">
          <a:solidFill>
            <a:srgbClr val="7889FB"/>
          </a:solidFill>
          <a:latin typeface="Arial" pitchFamily="34" charset="0"/>
          <a:ea typeface="Lucida Sans Unicode" pitchFamily="34" charset="0"/>
          <a:cs typeface="Lucida Sans Unicode" pitchFamily="34" charset="0"/>
        </a:defRPr>
      </a:lvl3pPr>
      <a:lvl4pPr algn="l" defTabSz="457200" rtl="0" eaLnBrk="0" fontAlgn="base" hangingPunct="0">
        <a:lnSpc>
          <a:spcPct val="90000"/>
        </a:lnSpc>
        <a:spcBef>
          <a:spcPct val="0"/>
        </a:spcBef>
        <a:spcAft>
          <a:spcPct val="0"/>
        </a:spcAft>
        <a:buClr>
          <a:srgbClr val="48F185"/>
        </a:buClr>
        <a:buFont typeface="Times New Roman" pitchFamily="18" charset="0"/>
        <a:defRPr sz="2200">
          <a:solidFill>
            <a:srgbClr val="7889FB"/>
          </a:solidFill>
          <a:latin typeface="Arial" pitchFamily="34" charset="0"/>
          <a:ea typeface="Lucida Sans Unicode" pitchFamily="34" charset="0"/>
          <a:cs typeface="Lucida Sans Unicode" pitchFamily="34" charset="0"/>
        </a:defRPr>
      </a:lvl4pPr>
      <a:lvl5pPr algn="l" defTabSz="457200" rtl="0" eaLnBrk="0" fontAlgn="base" hangingPunct="0">
        <a:lnSpc>
          <a:spcPct val="90000"/>
        </a:lnSpc>
        <a:spcBef>
          <a:spcPct val="0"/>
        </a:spcBef>
        <a:spcAft>
          <a:spcPct val="0"/>
        </a:spcAft>
        <a:buClr>
          <a:srgbClr val="48F185"/>
        </a:buClr>
        <a:buFont typeface="Times New Roman" pitchFamily="18" charset="0"/>
        <a:defRPr sz="2200">
          <a:solidFill>
            <a:srgbClr val="7889FB"/>
          </a:solidFill>
          <a:latin typeface="Arial" pitchFamily="34" charset="0"/>
          <a:ea typeface="Lucida Sans Unicode" pitchFamily="34" charset="0"/>
          <a:cs typeface="Lucida Sans Unicode" pitchFamily="34" charset="0"/>
        </a:defRPr>
      </a:lvl5pPr>
      <a:lvl6pPr marL="457200" algn="l" defTabSz="457200" rtl="0" fontAlgn="base">
        <a:lnSpc>
          <a:spcPct val="90000"/>
        </a:lnSpc>
        <a:spcBef>
          <a:spcPct val="0"/>
        </a:spcBef>
        <a:spcAft>
          <a:spcPct val="0"/>
        </a:spcAft>
        <a:buClr>
          <a:srgbClr val="48F185"/>
        </a:buClr>
        <a:buFont typeface="Times New Roman" pitchFamily="18" charset="0"/>
        <a:defRPr sz="2200">
          <a:solidFill>
            <a:srgbClr val="7889FB"/>
          </a:solidFill>
          <a:latin typeface="Arial" pitchFamily="34" charset="0"/>
          <a:cs typeface="Lucida Sans Unicode" pitchFamily="34" charset="0"/>
        </a:defRPr>
      </a:lvl6pPr>
      <a:lvl7pPr marL="914400" algn="l" defTabSz="457200" rtl="0" fontAlgn="base">
        <a:lnSpc>
          <a:spcPct val="90000"/>
        </a:lnSpc>
        <a:spcBef>
          <a:spcPct val="0"/>
        </a:spcBef>
        <a:spcAft>
          <a:spcPct val="0"/>
        </a:spcAft>
        <a:buClr>
          <a:srgbClr val="48F185"/>
        </a:buClr>
        <a:buFont typeface="Times New Roman" pitchFamily="18" charset="0"/>
        <a:defRPr sz="2200">
          <a:solidFill>
            <a:srgbClr val="7889FB"/>
          </a:solidFill>
          <a:latin typeface="Arial" pitchFamily="34" charset="0"/>
          <a:cs typeface="Lucida Sans Unicode" pitchFamily="34" charset="0"/>
        </a:defRPr>
      </a:lvl7pPr>
      <a:lvl8pPr marL="1371600" algn="l" defTabSz="457200" rtl="0" fontAlgn="base">
        <a:lnSpc>
          <a:spcPct val="90000"/>
        </a:lnSpc>
        <a:spcBef>
          <a:spcPct val="0"/>
        </a:spcBef>
        <a:spcAft>
          <a:spcPct val="0"/>
        </a:spcAft>
        <a:buClr>
          <a:srgbClr val="48F185"/>
        </a:buClr>
        <a:buFont typeface="Times New Roman" pitchFamily="18" charset="0"/>
        <a:defRPr sz="2200">
          <a:solidFill>
            <a:srgbClr val="7889FB"/>
          </a:solidFill>
          <a:latin typeface="Arial" pitchFamily="34" charset="0"/>
          <a:cs typeface="Lucida Sans Unicode" pitchFamily="34" charset="0"/>
        </a:defRPr>
      </a:lvl8pPr>
      <a:lvl9pPr marL="1828800" algn="l" defTabSz="457200" rtl="0" fontAlgn="base">
        <a:lnSpc>
          <a:spcPct val="90000"/>
        </a:lnSpc>
        <a:spcBef>
          <a:spcPct val="0"/>
        </a:spcBef>
        <a:spcAft>
          <a:spcPct val="0"/>
        </a:spcAft>
        <a:buClr>
          <a:srgbClr val="48F185"/>
        </a:buClr>
        <a:buFont typeface="Times New Roman" pitchFamily="18" charset="0"/>
        <a:defRPr sz="2200">
          <a:solidFill>
            <a:srgbClr val="7889FB"/>
          </a:solidFill>
          <a:latin typeface="Arial" pitchFamily="34" charset="0"/>
          <a:cs typeface="Lucida Sans Unicode" pitchFamily="34" charset="0"/>
        </a:defRPr>
      </a:lvl9pPr>
    </p:titleStyle>
    <p:bodyStyle>
      <a:lvl1pPr marL="171450" indent="-171450" algn="l" defTabSz="457200" rtl="0" eaLnBrk="0" fontAlgn="base" hangingPunct="0">
        <a:spcBef>
          <a:spcPts val="400"/>
        </a:spcBef>
        <a:spcAft>
          <a:spcPct val="0"/>
        </a:spcAft>
        <a:buSzPct val="100000"/>
        <a:buFont typeface="Wingdings" pitchFamily="2" charset="2"/>
        <a:buChar char="Ø"/>
        <a:defRPr sz="1600">
          <a:solidFill>
            <a:schemeClr val="tx1"/>
          </a:solidFill>
          <a:latin typeface="+mn-lt"/>
          <a:ea typeface="Lucida Sans Unicode" pitchFamily="34" charset="0"/>
          <a:cs typeface="+mn-cs"/>
        </a:defRPr>
      </a:lvl1pPr>
      <a:lvl2pPr marL="508000" indent="-161925" algn="l" defTabSz="457200" rtl="0" eaLnBrk="0" fontAlgn="base" hangingPunct="0">
        <a:spcBef>
          <a:spcPts val="400"/>
        </a:spcBef>
        <a:spcAft>
          <a:spcPct val="0"/>
        </a:spcAft>
        <a:buSzPct val="100000"/>
        <a:buChar char="•"/>
        <a:defRPr sz="1600">
          <a:solidFill>
            <a:schemeClr val="tx1"/>
          </a:solidFill>
          <a:latin typeface="+mn-lt"/>
          <a:ea typeface="Lucida Sans Unicode" pitchFamily="34" charset="0"/>
          <a:cs typeface="+mn-cs"/>
        </a:defRPr>
      </a:lvl2pPr>
      <a:lvl3pPr marL="854075" indent="-171450" algn="l" defTabSz="457200" rtl="0" eaLnBrk="0" fontAlgn="base" hangingPunct="0">
        <a:spcBef>
          <a:spcPts val="400"/>
        </a:spcBef>
        <a:spcAft>
          <a:spcPct val="0"/>
        </a:spcAft>
        <a:buSzPct val="100000"/>
        <a:buFont typeface="Lucida Sans Unicode" pitchFamily="34" charset="0"/>
        <a:buChar char="-"/>
        <a:defRPr sz="1600">
          <a:solidFill>
            <a:schemeClr val="tx1"/>
          </a:solidFill>
          <a:latin typeface="+mn-lt"/>
          <a:ea typeface="Lucida Sans Unicode" pitchFamily="34" charset="0"/>
          <a:cs typeface="+mn-cs"/>
        </a:defRPr>
      </a:lvl3pPr>
      <a:lvl4pPr marL="1201738" indent="-173038" algn="l" defTabSz="457200" rtl="0" eaLnBrk="0" fontAlgn="base" hangingPunct="0">
        <a:spcBef>
          <a:spcPts val="400"/>
        </a:spcBef>
        <a:spcAft>
          <a:spcPct val="0"/>
        </a:spcAft>
        <a:buSzPct val="100000"/>
        <a:buFont typeface="Wingdings" pitchFamily="2" charset="2"/>
        <a:buChar char="p"/>
        <a:defRPr sz="1600">
          <a:solidFill>
            <a:schemeClr val="tx1"/>
          </a:solidFill>
          <a:latin typeface="+mn-lt"/>
          <a:ea typeface="Lucida Sans Unicode" pitchFamily="34" charset="0"/>
          <a:cs typeface="+mn-cs"/>
        </a:defRPr>
      </a:lvl4pPr>
      <a:lvl5pPr marL="1538288" indent="-161925" algn="l" defTabSz="457200" rtl="0" eaLnBrk="0" fontAlgn="base" hangingPunct="0">
        <a:spcBef>
          <a:spcPts val="400"/>
        </a:spcBef>
        <a:spcAft>
          <a:spcPct val="0"/>
        </a:spcAft>
        <a:buClr>
          <a:srgbClr val="FFFFFF"/>
        </a:buClr>
        <a:buSzPct val="100000"/>
        <a:buFont typeface="Arial" pitchFamily="34" charset="0"/>
        <a:buChar char="»"/>
        <a:defRPr sz="1600">
          <a:solidFill>
            <a:srgbClr val="FFFFFF"/>
          </a:solidFill>
          <a:latin typeface="+mn-lt"/>
          <a:ea typeface="Lucida Sans Unicode" pitchFamily="34" charset="0"/>
          <a:cs typeface="+mn-cs"/>
        </a:defRPr>
      </a:lvl5pPr>
      <a:lvl6pPr marL="1995488" indent="-161925" algn="l" defTabSz="457200" rtl="0" fontAlgn="base">
        <a:spcBef>
          <a:spcPts val="400"/>
        </a:spcBef>
        <a:spcAft>
          <a:spcPct val="0"/>
        </a:spcAft>
        <a:buClr>
          <a:srgbClr val="FFFFFF"/>
        </a:buClr>
        <a:buSzPct val="100000"/>
        <a:buFont typeface="Arial" pitchFamily="34" charset="0"/>
        <a:buChar char="»"/>
        <a:defRPr sz="1600">
          <a:solidFill>
            <a:srgbClr val="FFFFFF"/>
          </a:solidFill>
          <a:latin typeface="+mn-lt"/>
          <a:cs typeface="+mn-cs"/>
        </a:defRPr>
      </a:lvl6pPr>
      <a:lvl7pPr marL="2452688" indent="-161925" algn="l" defTabSz="457200" rtl="0" fontAlgn="base">
        <a:spcBef>
          <a:spcPts val="400"/>
        </a:spcBef>
        <a:spcAft>
          <a:spcPct val="0"/>
        </a:spcAft>
        <a:buClr>
          <a:srgbClr val="FFFFFF"/>
        </a:buClr>
        <a:buSzPct val="100000"/>
        <a:buFont typeface="Arial" pitchFamily="34" charset="0"/>
        <a:buChar char="»"/>
        <a:defRPr sz="1600">
          <a:solidFill>
            <a:srgbClr val="FFFFFF"/>
          </a:solidFill>
          <a:latin typeface="+mn-lt"/>
          <a:cs typeface="+mn-cs"/>
        </a:defRPr>
      </a:lvl7pPr>
      <a:lvl8pPr marL="2909888" indent="-161925" algn="l" defTabSz="457200" rtl="0" fontAlgn="base">
        <a:spcBef>
          <a:spcPts val="400"/>
        </a:spcBef>
        <a:spcAft>
          <a:spcPct val="0"/>
        </a:spcAft>
        <a:buClr>
          <a:srgbClr val="FFFFFF"/>
        </a:buClr>
        <a:buSzPct val="100000"/>
        <a:buFont typeface="Arial" pitchFamily="34" charset="0"/>
        <a:buChar char="»"/>
        <a:defRPr sz="1600">
          <a:solidFill>
            <a:srgbClr val="FFFFFF"/>
          </a:solidFill>
          <a:latin typeface="+mn-lt"/>
          <a:cs typeface="+mn-cs"/>
        </a:defRPr>
      </a:lvl8pPr>
      <a:lvl9pPr marL="3367088" indent="-161925" algn="l" defTabSz="457200" rtl="0" fontAlgn="base">
        <a:spcBef>
          <a:spcPts val="400"/>
        </a:spcBef>
        <a:spcAft>
          <a:spcPct val="0"/>
        </a:spcAft>
        <a:buClr>
          <a:srgbClr val="FFFFFF"/>
        </a:buClr>
        <a:buSzPct val="100000"/>
        <a:buFont typeface="Arial" pitchFamily="34" charset="0"/>
        <a:buChar char="»"/>
        <a:defRPr sz="1600">
          <a:solidFill>
            <a:srgbClr val="FFFFFF"/>
          </a:solidFill>
          <a:latin typeface="+mn-lt"/>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E6535B1-6C9A-43D7-81AC-26DF4E8832D0}"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a:t>
            </a:fld>
            <a:endParaRPr lang="en-US" altLang="zh-CN">
              <a:latin typeface="Arial" pitchFamily="34" charset="0"/>
              <a:cs typeface="Arial" pitchFamily="34" charset="0"/>
            </a:endParaRPr>
          </a:p>
        </p:txBody>
      </p:sp>
      <p:sp>
        <p:nvSpPr>
          <p:cNvPr id="112643" name="Rectangle 2"/>
          <p:cNvSpPr>
            <a:spLocks noGrp="1" noChangeArrowheads="1"/>
          </p:cNvSpPr>
          <p:nvPr>
            <p:ph type="title"/>
          </p:nvPr>
        </p:nvSpPr>
        <p:spPr/>
        <p:txBody>
          <a:bodyPr/>
          <a:lstStyle/>
          <a:p>
            <a:pPr eaLnBrk="1" hangingPunct="1"/>
            <a:r>
              <a:rPr lang="en-US" altLang="zh-CN" dirty="0" smtClean="0">
                <a:ea typeface="宋体" pitchFamily="2" charset="-122"/>
              </a:rPr>
              <a:t>HSM relate</a:t>
            </a:r>
            <a:endParaRPr lang="zh-CN" altLang="en-US" dirty="0" smtClean="0">
              <a:ea typeface="宋体" pitchFamily="2" charset="-122"/>
            </a:endParaRPr>
          </a:p>
        </p:txBody>
      </p:sp>
      <p:sp>
        <p:nvSpPr>
          <p:cNvPr id="112644" name="Rectangle 3"/>
          <p:cNvSpPr>
            <a:spLocks noGrp="1" noChangeArrowheads="1"/>
          </p:cNvSpPr>
          <p:nvPr>
            <p:ph type="body" idx="1"/>
          </p:nvPr>
        </p:nvSpPr>
        <p:spPr/>
        <p:txBody>
          <a:bodyPr/>
          <a:lstStyle/>
          <a:p>
            <a:pPr eaLnBrk="1" hangingPunct="1"/>
            <a:endParaRPr lang="zh-CN" altLang="en-US" smtClean="0">
              <a:solidFill>
                <a:srgbClr val="000000"/>
              </a:solidFill>
              <a:ea typeface="宋体"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4875D0B-F527-47C6-B2B2-6E88DFFDA4AB}"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2</a:t>
            </a:fld>
            <a:endParaRPr lang="en-US" altLang="zh-CN">
              <a:latin typeface="Arial" pitchFamily="34" charset="0"/>
              <a:cs typeface="Arial" pitchFamily="34" charset="0"/>
            </a:endParaRPr>
          </a:p>
        </p:txBody>
      </p:sp>
      <p:sp>
        <p:nvSpPr>
          <p:cNvPr id="113667" name="Rectangle 2"/>
          <p:cNvSpPr>
            <a:spLocks noGrp="1" noChangeArrowheads="1"/>
          </p:cNvSpPr>
          <p:nvPr>
            <p:ph type="title"/>
          </p:nvPr>
        </p:nvSpPr>
        <p:spPr/>
        <p:txBody>
          <a:bodyPr/>
          <a:lstStyle/>
          <a:p>
            <a:pPr eaLnBrk="1" hangingPunct="1"/>
            <a:r>
              <a:rPr lang="en-US" altLang="zh-CN" dirty="0" smtClean="0">
                <a:ea typeface="宋体" pitchFamily="2" charset="-122"/>
              </a:rPr>
              <a:t>RMM </a:t>
            </a:r>
            <a:endParaRPr lang="zh-CN" altLang="en-US" dirty="0" smtClean="0">
              <a:ea typeface="宋体" pitchFamily="2" charset="-122"/>
            </a:endParaRPr>
          </a:p>
        </p:txBody>
      </p:sp>
      <p:sp>
        <p:nvSpPr>
          <p:cNvPr id="113668" name="Rectangle 3"/>
          <p:cNvSpPr>
            <a:spLocks noGrp="1" noChangeArrowheads="1"/>
          </p:cNvSpPr>
          <p:nvPr>
            <p:ph type="body" idx="1"/>
          </p:nvPr>
        </p:nvSpPr>
        <p:spPr/>
        <p:txBody>
          <a:bodyPr/>
          <a:lstStyle/>
          <a:p>
            <a:pPr eaLnBrk="1" hangingPunct="1"/>
            <a:r>
              <a:rPr lang="en-US" altLang="zh-CN" dirty="0" smtClean="0">
                <a:solidFill>
                  <a:srgbClr val="000000"/>
                </a:solidFill>
                <a:ea typeface="宋体" pitchFamily="2" charset="-122"/>
              </a:rPr>
              <a:t>Application </a:t>
            </a:r>
          </a:p>
          <a:p>
            <a:pPr lvl="1" eaLnBrk="1" hangingPunct="1"/>
            <a:r>
              <a:rPr lang="en-US" altLang="zh-CN" dirty="0" smtClean="0">
                <a:solidFill>
                  <a:srgbClr val="000000"/>
                </a:solidFill>
                <a:ea typeface="宋体" pitchFamily="2" charset="-122"/>
              </a:rPr>
              <a:t>RMMALERT	DAILY</a:t>
            </a:r>
          </a:p>
          <a:p>
            <a:pPr lvl="1" eaLnBrk="1" hangingPunct="1"/>
            <a:r>
              <a:rPr lang="en-US" altLang="zh-CN" dirty="0" err="1" smtClean="0">
                <a:solidFill>
                  <a:srgbClr val="000000"/>
                </a:solidFill>
                <a:ea typeface="宋体" pitchFamily="2" charset="-122"/>
              </a:rPr>
              <a:t>RMMDplex</a:t>
            </a:r>
            <a:r>
              <a:rPr lang="en-US" altLang="zh-CN" dirty="0" smtClean="0">
                <a:solidFill>
                  <a:srgbClr val="000000"/>
                </a:solidFill>
                <a:ea typeface="宋体" pitchFamily="2" charset="-122"/>
              </a:rPr>
              <a:t>	DAILY</a:t>
            </a:r>
          </a:p>
          <a:p>
            <a:pPr lvl="1" eaLnBrk="1" hangingPunct="1"/>
            <a:r>
              <a:rPr lang="en-US" altLang="zh-CN" dirty="0" err="1" smtClean="0">
                <a:solidFill>
                  <a:srgbClr val="000000"/>
                </a:solidFill>
                <a:ea typeface="宋体" pitchFamily="2" charset="-122"/>
              </a:rPr>
              <a:t>RMMEplex</a:t>
            </a:r>
            <a:r>
              <a:rPr lang="en-US" altLang="zh-CN" dirty="0" smtClean="0">
                <a:solidFill>
                  <a:srgbClr val="000000"/>
                </a:solidFill>
                <a:ea typeface="宋体" pitchFamily="2" charset="-122"/>
              </a:rPr>
              <a:t>	AD-HOC</a:t>
            </a:r>
            <a:endParaRPr lang="zh-CN" altLang="en-US" dirty="0" smtClean="0">
              <a:solidFill>
                <a:srgbClr val="000000"/>
              </a:solidFill>
              <a:ea typeface="宋体"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CF26DCF-D995-470F-B886-770C279EAC5E}"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3</a:t>
            </a:fld>
            <a:endParaRPr lang="en-US" altLang="zh-CN">
              <a:latin typeface="Arial" pitchFamily="34" charset="0"/>
              <a:cs typeface="Arial" pitchFamily="34" charset="0"/>
            </a:endParaRPr>
          </a:p>
        </p:txBody>
      </p:sp>
      <p:sp>
        <p:nvSpPr>
          <p:cNvPr id="115715" name="Rectangle 2"/>
          <p:cNvSpPr>
            <a:spLocks noGrp="1" noChangeArrowheads="1"/>
          </p:cNvSpPr>
          <p:nvPr>
            <p:ph type="title"/>
          </p:nvPr>
        </p:nvSpPr>
        <p:spPr/>
        <p:txBody>
          <a:bodyPr/>
          <a:lstStyle/>
          <a:p>
            <a:pPr eaLnBrk="1" hangingPunct="1"/>
            <a:r>
              <a:rPr lang="en-US" altLang="zh-CN" dirty="0" smtClean="0">
                <a:ea typeface="宋体" pitchFamily="2" charset="-122"/>
              </a:rPr>
              <a:t>RMMALTER</a:t>
            </a:r>
            <a:endParaRPr lang="zh-CN" altLang="en-US" dirty="0" smtClean="0">
              <a:ea typeface="宋体" pitchFamily="2" charset="-122"/>
            </a:endParaRPr>
          </a:p>
        </p:txBody>
      </p:sp>
      <p:sp>
        <p:nvSpPr>
          <p:cNvPr id="115716" name="Rectangle 3"/>
          <p:cNvSpPr>
            <a:spLocks noGrp="1" noChangeArrowheads="1"/>
          </p:cNvSpPr>
          <p:nvPr>
            <p:ph type="body" idx="1"/>
          </p:nvPr>
        </p:nvSpPr>
        <p:spPr/>
        <p:txBody>
          <a:bodyPr/>
          <a:lstStyle/>
          <a:p>
            <a:pPr eaLnBrk="1" hangingPunct="1"/>
            <a:r>
              <a:rPr lang="en-US" altLang="zh-CN" dirty="0" smtClean="0">
                <a:solidFill>
                  <a:srgbClr val="000000"/>
                </a:solidFill>
                <a:ea typeface="宋体" pitchFamily="2" charset="-122"/>
              </a:rPr>
              <a:t>AAZD</a:t>
            </a:r>
          </a:p>
          <a:p>
            <a:pPr lvl="1" eaLnBrk="1" hangingPunct="1"/>
            <a:r>
              <a:rPr lang="en-US" altLang="zh-CN" dirty="0" smtClean="0">
                <a:solidFill>
                  <a:srgbClr val="000000"/>
                </a:solidFill>
                <a:ea typeface="宋体" pitchFamily="2" charset="-122"/>
              </a:rPr>
              <a:t>RMMAAAZC</a:t>
            </a:r>
          </a:p>
          <a:p>
            <a:pPr lvl="1" eaLnBrk="1" hangingPunct="1"/>
            <a:r>
              <a:rPr lang="en-US" altLang="zh-CN" dirty="0" smtClean="0">
                <a:solidFill>
                  <a:srgbClr val="000000"/>
                </a:solidFill>
                <a:ea typeface="宋体" pitchFamily="2" charset="-122"/>
              </a:rPr>
              <a:t>RMMAAAZG</a:t>
            </a:r>
          </a:p>
          <a:p>
            <a:pPr lvl="1" eaLnBrk="1" hangingPunct="1"/>
            <a:r>
              <a:rPr lang="en-US" altLang="zh-CN" dirty="0" smtClean="0">
                <a:solidFill>
                  <a:srgbClr val="000000"/>
                </a:solidFill>
                <a:ea typeface="宋体" pitchFamily="2" charset="-122"/>
              </a:rPr>
              <a:t>RMMAAAAH</a:t>
            </a:r>
          </a:p>
          <a:p>
            <a:pPr lvl="1" eaLnBrk="1" hangingPunct="1"/>
            <a:r>
              <a:rPr lang="en-US" altLang="zh-CN" dirty="0" smtClean="0">
                <a:solidFill>
                  <a:srgbClr val="000000"/>
                </a:solidFill>
                <a:ea typeface="宋体" pitchFamily="2" charset="-122"/>
              </a:rPr>
              <a:t>RMMAAAA1</a:t>
            </a:r>
          </a:p>
          <a:p>
            <a:pPr lvl="1" eaLnBrk="1" hangingPunct="1"/>
            <a:r>
              <a:rPr lang="en-US" altLang="zh-CN" dirty="0" smtClean="0">
                <a:solidFill>
                  <a:srgbClr val="000000"/>
                </a:solidFill>
                <a:ea typeface="宋体" pitchFamily="2" charset="-122"/>
              </a:rPr>
              <a:t>RMMAAAAN</a:t>
            </a:r>
          </a:p>
          <a:p>
            <a:pPr eaLnBrk="1" hangingPunct="1"/>
            <a:r>
              <a:rPr lang="en-US" altLang="zh-CN" dirty="0" smtClean="0">
                <a:solidFill>
                  <a:srgbClr val="000000"/>
                </a:solidFill>
                <a:ea typeface="宋体" pitchFamily="2" charset="-122"/>
              </a:rPr>
              <a:t>AAIA</a:t>
            </a:r>
          </a:p>
          <a:p>
            <a:pPr lvl="1" eaLnBrk="1" hangingPunct="1"/>
            <a:r>
              <a:rPr lang="en-US" altLang="zh-CN" dirty="0" smtClean="0">
                <a:solidFill>
                  <a:srgbClr val="000000"/>
                </a:solidFill>
                <a:ea typeface="宋体" pitchFamily="2" charset="-122"/>
              </a:rPr>
              <a:t>RMMAAAIA </a:t>
            </a:r>
          </a:p>
          <a:p>
            <a:pPr lvl="1" eaLnBrk="1" hangingPunct="1"/>
            <a:r>
              <a:rPr lang="en-US" altLang="zh-CN" dirty="0" smtClean="0">
                <a:solidFill>
                  <a:srgbClr val="FF0000"/>
                </a:solidFill>
                <a:ea typeface="宋体" pitchFamily="2" charset="-122"/>
              </a:rPr>
              <a:t>RMMDAAAS</a:t>
            </a:r>
          </a:p>
          <a:p>
            <a:pPr lvl="1" eaLnBrk="1" hangingPunct="1"/>
            <a:endParaRPr lang="en-US" altLang="zh-CN" dirty="0" smtClean="0">
              <a:solidFill>
                <a:srgbClr val="000000"/>
              </a:solidFill>
              <a:ea typeface="宋体" pitchFamily="2" charset="-122"/>
            </a:endParaRPr>
          </a:p>
          <a:p>
            <a:pPr lvl="1" eaLnBrk="1" hangingPunct="1">
              <a:buNone/>
            </a:pPr>
            <a:r>
              <a:rPr lang="en-US" altLang="zh-CN" dirty="0" smtClean="0">
                <a:solidFill>
                  <a:srgbClr val="000000"/>
                </a:solidFill>
                <a:ea typeface="宋体" pitchFamily="2" charset="-122"/>
              </a:rPr>
              <a:t>No alter running on AAAP,AAIR.</a:t>
            </a:r>
            <a:endParaRPr lang="zh-CN" altLang="en-US" dirty="0" smtClean="0">
              <a:solidFill>
                <a:srgbClr val="000000"/>
              </a:solidFill>
              <a:ea typeface="宋体" pitchFamily="2" charset="-122"/>
            </a:endParaRPr>
          </a:p>
          <a:p>
            <a:pPr eaLnBrk="1" hangingPunct="1"/>
            <a:endParaRPr lang="zh-CN" altLang="en-US" dirty="0" smtClean="0">
              <a:solidFill>
                <a:srgbClr val="000000"/>
              </a:solidFill>
              <a:ea typeface="宋体"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02CC738-B7F0-4F0F-9D26-002BE865C587}"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4</a:t>
            </a:fld>
            <a:endParaRPr lang="en-US" altLang="zh-CN">
              <a:latin typeface="Arial" pitchFamily="34" charset="0"/>
              <a:cs typeface="Arial" pitchFamily="34" charset="0"/>
            </a:endParaRPr>
          </a:p>
        </p:txBody>
      </p:sp>
      <p:sp>
        <p:nvSpPr>
          <p:cNvPr id="116739" name="Rectangle 2"/>
          <p:cNvSpPr>
            <a:spLocks noGrp="1" noChangeArrowheads="1"/>
          </p:cNvSpPr>
          <p:nvPr>
            <p:ph type="title"/>
          </p:nvPr>
        </p:nvSpPr>
        <p:spPr/>
        <p:txBody>
          <a:bodyPr/>
          <a:lstStyle/>
          <a:p>
            <a:pPr eaLnBrk="1" hangingPunct="1"/>
            <a:r>
              <a:rPr lang="en-US" altLang="zh-CN" dirty="0" err="1" smtClean="0">
                <a:ea typeface="宋体" pitchFamily="2" charset="-122"/>
              </a:rPr>
              <a:t>RMMExxxx</a:t>
            </a:r>
            <a:endParaRPr lang="zh-CN" altLang="en-US" dirty="0" smtClean="0">
              <a:ea typeface="宋体" pitchFamily="2" charset="-122"/>
            </a:endParaRPr>
          </a:p>
        </p:txBody>
      </p:sp>
      <p:sp>
        <p:nvSpPr>
          <p:cNvPr id="116740" name="Rectangle 3"/>
          <p:cNvSpPr>
            <a:spLocks noGrp="1" noChangeArrowheads="1"/>
          </p:cNvSpPr>
          <p:nvPr>
            <p:ph type="body" idx="1"/>
          </p:nvPr>
        </p:nvSpPr>
        <p:spPr/>
        <p:txBody>
          <a:bodyPr/>
          <a:lstStyle/>
          <a:p>
            <a:pPr eaLnBrk="1" hangingPunct="1"/>
            <a:r>
              <a:rPr lang="en-US" altLang="zh-CN" dirty="0" smtClean="0">
                <a:solidFill>
                  <a:srgbClr val="000000"/>
                </a:solidFill>
                <a:ea typeface="宋体" pitchFamily="2" charset="-122"/>
              </a:rPr>
              <a:t>AAZD</a:t>
            </a:r>
          </a:p>
          <a:p>
            <a:pPr lvl="1" eaLnBrk="1" hangingPunct="1"/>
            <a:r>
              <a:rPr lang="en-US" altLang="zh-CN" dirty="0" smtClean="0">
                <a:solidFill>
                  <a:srgbClr val="000000"/>
                </a:solidFill>
                <a:ea typeface="宋体" pitchFamily="2" charset="-122"/>
              </a:rPr>
              <a:t>RMMEAAAH         RMM AAAH    ADHOC </a:t>
            </a:r>
          </a:p>
          <a:p>
            <a:pPr lvl="1" eaLnBrk="1" hangingPunct="1"/>
            <a:r>
              <a:rPr lang="en-US" altLang="zh-CN" dirty="0" smtClean="0">
                <a:solidFill>
                  <a:srgbClr val="000000"/>
                </a:solidFill>
                <a:ea typeface="宋体" pitchFamily="2" charset="-122"/>
              </a:rPr>
              <a:t>RMMEAAAN         RMM AAAN    ADHOC </a:t>
            </a:r>
          </a:p>
          <a:p>
            <a:pPr lvl="1" eaLnBrk="1" hangingPunct="1"/>
            <a:r>
              <a:rPr lang="en-US" altLang="zh-CN" dirty="0" smtClean="0">
                <a:solidFill>
                  <a:srgbClr val="000000"/>
                </a:solidFill>
                <a:ea typeface="宋体" pitchFamily="2" charset="-122"/>
              </a:rPr>
              <a:t>RMMEAAAP         </a:t>
            </a:r>
            <a:r>
              <a:rPr lang="en-US" altLang="zh-CN" dirty="0" err="1" smtClean="0">
                <a:solidFill>
                  <a:srgbClr val="000000"/>
                </a:solidFill>
                <a:ea typeface="宋体" pitchFamily="2" charset="-122"/>
              </a:rPr>
              <a:t>Adh</a:t>
            </a:r>
            <a:r>
              <a:rPr lang="en-US" altLang="zh-CN" dirty="0" smtClean="0">
                <a:solidFill>
                  <a:srgbClr val="000000"/>
                </a:solidFill>
                <a:ea typeface="宋体" pitchFamily="2" charset="-122"/>
              </a:rPr>
              <a:t> AAAP RMM      </a:t>
            </a:r>
          </a:p>
          <a:p>
            <a:pPr lvl="1" eaLnBrk="1" hangingPunct="1"/>
            <a:r>
              <a:rPr lang="en-US" altLang="zh-CN" dirty="0" smtClean="0">
                <a:solidFill>
                  <a:srgbClr val="000000"/>
                </a:solidFill>
                <a:ea typeface="宋体" pitchFamily="2" charset="-122"/>
              </a:rPr>
              <a:t>RMMEAAA1         RMM AAA1    ADHOC </a:t>
            </a:r>
          </a:p>
          <a:p>
            <a:pPr lvl="1" eaLnBrk="1" hangingPunct="1"/>
            <a:r>
              <a:rPr lang="en-US" altLang="zh-CN" dirty="0" smtClean="0">
                <a:solidFill>
                  <a:srgbClr val="000000"/>
                </a:solidFill>
                <a:ea typeface="宋体" pitchFamily="2" charset="-122"/>
              </a:rPr>
              <a:t>RMMEAAZC         RMM AAZC    ADHOC </a:t>
            </a:r>
          </a:p>
          <a:p>
            <a:pPr lvl="1" eaLnBrk="1" hangingPunct="1"/>
            <a:r>
              <a:rPr lang="en-US" altLang="zh-CN" dirty="0" smtClean="0">
                <a:solidFill>
                  <a:srgbClr val="000000"/>
                </a:solidFill>
                <a:ea typeface="宋体" pitchFamily="2" charset="-122"/>
              </a:rPr>
              <a:t>RMMEAAZG         RMM AAZG    ADHOC </a:t>
            </a:r>
          </a:p>
          <a:p>
            <a:pPr eaLnBrk="1" hangingPunct="1"/>
            <a:r>
              <a:rPr lang="en-US" altLang="zh-CN" dirty="0" smtClean="0">
                <a:solidFill>
                  <a:srgbClr val="000000"/>
                </a:solidFill>
                <a:ea typeface="宋体" pitchFamily="2" charset="-122"/>
              </a:rPr>
              <a:t>AAIA</a:t>
            </a:r>
          </a:p>
          <a:p>
            <a:pPr lvl="1" eaLnBrk="1" hangingPunct="1"/>
            <a:r>
              <a:rPr lang="en-US" altLang="zh-CN" dirty="0" smtClean="0">
                <a:solidFill>
                  <a:srgbClr val="000000"/>
                </a:solidFill>
                <a:ea typeface="宋体" pitchFamily="2" charset="-122"/>
              </a:rPr>
              <a:t>RMMEAAAS         </a:t>
            </a:r>
            <a:r>
              <a:rPr lang="en-US" altLang="zh-CN" dirty="0" err="1" smtClean="0">
                <a:solidFill>
                  <a:srgbClr val="000000"/>
                </a:solidFill>
                <a:ea typeface="宋体" pitchFamily="2" charset="-122"/>
              </a:rPr>
              <a:t>Adh</a:t>
            </a:r>
            <a:r>
              <a:rPr lang="en-US" altLang="zh-CN" dirty="0" smtClean="0">
                <a:solidFill>
                  <a:srgbClr val="000000"/>
                </a:solidFill>
                <a:ea typeface="宋体" pitchFamily="2" charset="-122"/>
              </a:rPr>
              <a:t> RMM </a:t>
            </a:r>
            <a:r>
              <a:rPr lang="en-US" altLang="zh-CN" dirty="0" err="1" smtClean="0">
                <a:solidFill>
                  <a:srgbClr val="000000"/>
                </a:solidFill>
                <a:ea typeface="宋体" pitchFamily="2" charset="-122"/>
              </a:rPr>
              <a:t>Reorg</a:t>
            </a:r>
            <a:r>
              <a:rPr lang="en-US" altLang="zh-CN" dirty="0" smtClean="0">
                <a:solidFill>
                  <a:srgbClr val="000000"/>
                </a:solidFill>
                <a:ea typeface="宋体" pitchFamily="2" charset="-122"/>
              </a:rPr>
              <a:t> AAAS   </a:t>
            </a:r>
            <a:r>
              <a:rPr lang="en-US" altLang="zh-CN" dirty="0" err="1" smtClean="0">
                <a:solidFill>
                  <a:srgbClr val="000000"/>
                </a:solidFill>
                <a:ea typeface="宋体" pitchFamily="2" charset="-122"/>
              </a:rPr>
              <a:t>Req</a:t>
            </a:r>
            <a:endParaRPr lang="en-US" altLang="zh-CN" dirty="0" smtClean="0">
              <a:solidFill>
                <a:srgbClr val="000000"/>
              </a:solidFill>
              <a:ea typeface="宋体" pitchFamily="2" charset="-122"/>
            </a:endParaRPr>
          </a:p>
          <a:p>
            <a:pPr lvl="1" eaLnBrk="1" hangingPunct="1"/>
            <a:r>
              <a:rPr lang="en-US" altLang="zh-CN" dirty="0" smtClean="0">
                <a:solidFill>
                  <a:srgbClr val="000000"/>
                </a:solidFill>
                <a:ea typeface="宋体" pitchFamily="2" charset="-122"/>
              </a:rPr>
              <a:t>RMMEAAA3         </a:t>
            </a:r>
            <a:r>
              <a:rPr lang="en-US" altLang="zh-CN" dirty="0" err="1" smtClean="0">
                <a:solidFill>
                  <a:srgbClr val="000000"/>
                </a:solidFill>
                <a:ea typeface="宋体" pitchFamily="2" charset="-122"/>
              </a:rPr>
              <a:t>Adh</a:t>
            </a:r>
            <a:r>
              <a:rPr lang="en-US" altLang="zh-CN" dirty="0" smtClean="0">
                <a:solidFill>
                  <a:srgbClr val="000000"/>
                </a:solidFill>
                <a:ea typeface="宋体" pitchFamily="2" charset="-122"/>
              </a:rPr>
              <a:t> RMM AAA3         </a:t>
            </a:r>
            <a:r>
              <a:rPr lang="en-US" altLang="zh-CN" dirty="0" err="1" smtClean="0">
                <a:solidFill>
                  <a:srgbClr val="000000"/>
                </a:solidFill>
                <a:ea typeface="宋体" pitchFamily="2" charset="-122"/>
              </a:rPr>
              <a:t>Req</a:t>
            </a:r>
            <a:endParaRPr lang="en-US" altLang="zh-CN" dirty="0" smtClean="0">
              <a:solidFill>
                <a:srgbClr val="000000"/>
              </a:solidFill>
              <a:ea typeface="宋体" pitchFamily="2" charset="-122"/>
            </a:endParaRPr>
          </a:p>
          <a:p>
            <a:pPr lvl="1" eaLnBrk="1" hangingPunct="1"/>
            <a:r>
              <a:rPr lang="en-US" altLang="zh-CN" dirty="0" smtClean="0">
                <a:solidFill>
                  <a:srgbClr val="000000"/>
                </a:solidFill>
                <a:ea typeface="宋体" pitchFamily="2" charset="-122"/>
              </a:rPr>
              <a:t>RMMEAAIA         RMM         REORG       </a:t>
            </a:r>
          </a:p>
          <a:p>
            <a:pPr lvl="1" eaLnBrk="1" hangingPunct="1"/>
            <a:r>
              <a:rPr lang="en-US" altLang="zh-CN" dirty="0" smtClean="0">
                <a:solidFill>
                  <a:srgbClr val="000000"/>
                </a:solidFill>
                <a:ea typeface="宋体" pitchFamily="2" charset="-122"/>
              </a:rPr>
              <a:t>RMMEAAIR         RMM         REORG 	</a:t>
            </a:r>
            <a:endParaRPr lang="zh-CN" altLang="en-US" dirty="0" smtClean="0">
              <a:solidFill>
                <a:srgbClr val="000000"/>
              </a:solidFill>
              <a:ea typeface="宋体"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9657AEA-7239-4443-9AC1-6F42CC8C3F01}"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5</a:t>
            </a:fld>
            <a:endParaRPr lang="en-US" altLang="zh-CN">
              <a:latin typeface="Arial" pitchFamily="34" charset="0"/>
              <a:cs typeface="Arial" pitchFamily="34" charset="0"/>
            </a:endParaRPr>
          </a:p>
        </p:txBody>
      </p:sp>
      <p:sp>
        <p:nvSpPr>
          <p:cNvPr id="117763" name="Rectangle 2"/>
          <p:cNvSpPr>
            <a:spLocks noGrp="1" noChangeArrowheads="1"/>
          </p:cNvSpPr>
          <p:nvPr>
            <p:ph type="title"/>
          </p:nvPr>
        </p:nvSpPr>
        <p:spPr/>
        <p:txBody>
          <a:bodyPr/>
          <a:lstStyle/>
          <a:p>
            <a:pPr eaLnBrk="1" hangingPunct="1"/>
            <a:r>
              <a:rPr lang="en-US" altLang="zh-CN" dirty="0" smtClean="0">
                <a:ea typeface="宋体" pitchFamily="2" charset="-122"/>
              </a:rPr>
              <a:t>RMMDAAIR</a:t>
            </a:r>
            <a:endParaRPr lang="zh-CN" altLang="en-US" dirty="0" smtClean="0">
              <a:ea typeface="宋体" pitchFamily="2" charset="-122"/>
            </a:endParaRPr>
          </a:p>
        </p:txBody>
      </p:sp>
      <p:sp>
        <p:nvSpPr>
          <p:cNvPr id="117764" name="Rectangle 3"/>
          <p:cNvSpPr>
            <a:spLocks noGrp="1" noChangeArrowheads="1"/>
          </p:cNvSpPr>
          <p:nvPr>
            <p:ph type="body" idx="1"/>
          </p:nvPr>
        </p:nvSpPr>
        <p:spPr>
          <a:xfrm>
            <a:off x="214282" y="1357298"/>
            <a:ext cx="8685212" cy="5011737"/>
          </a:xfrm>
        </p:spPr>
        <p:txBody>
          <a:bodyPr/>
          <a:lstStyle/>
          <a:p>
            <a:pPr eaLnBrk="1" hangingPunct="1"/>
            <a:r>
              <a:rPr lang="en-US" altLang="zh-CN" dirty="0" smtClean="0">
                <a:solidFill>
                  <a:srgbClr val="000000"/>
                </a:solidFill>
                <a:ea typeface="宋体" pitchFamily="2" charset="-122"/>
              </a:rPr>
              <a:t>RMMBAAIR	Vital Records </a:t>
            </a:r>
            <a:r>
              <a:rPr lang="en-US" altLang="zh-CN" dirty="0" err="1" smtClean="0">
                <a:solidFill>
                  <a:srgbClr val="000000"/>
                </a:solidFill>
                <a:ea typeface="宋体" pitchFamily="2" charset="-122"/>
              </a:rPr>
              <a:t>Bkup</a:t>
            </a:r>
            <a:r>
              <a:rPr lang="en-US" altLang="zh-CN" dirty="0" smtClean="0">
                <a:solidFill>
                  <a:srgbClr val="000000"/>
                </a:solidFill>
                <a:ea typeface="宋体" pitchFamily="2" charset="-122"/>
              </a:rPr>
              <a:t>  	  </a:t>
            </a:r>
          </a:p>
          <a:p>
            <a:pPr eaLnBrk="1" hangingPunct="1"/>
            <a:r>
              <a:rPr lang="en-US" altLang="zh-CN" dirty="0" smtClean="0">
                <a:solidFill>
                  <a:srgbClr val="000000"/>
                </a:solidFill>
                <a:ea typeface="宋体" pitchFamily="2" charset="-122"/>
              </a:rPr>
              <a:t>RMMCAAIR 	Copy BKUP for DR    	  </a:t>
            </a:r>
          </a:p>
          <a:p>
            <a:pPr eaLnBrk="1" hangingPunct="1"/>
            <a:r>
              <a:rPr lang="en-US" altLang="zh-CN" dirty="0" smtClean="0">
                <a:solidFill>
                  <a:srgbClr val="000000"/>
                </a:solidFill>
                <a:ea typeface="宋体" pitchFamily="2" charset="-122"/>
              </a:rPr>
              <a:t>RMMHAAIR 	Housekeeping        	  </a:t>
            </a:r>
          </a:p>
          <a:p>
            <a:pPr eaLnBrk="1" hangingPunct="1"/>
            <a:r>
              <a:rPr lang="en-US" altLang="zh-CN" dirty="0" smtClean="0">
                <a:solidFill>
                  <a:srgbClr val="000000"/>
                </a:solidFill>
                <a:ea typeface="宋体" pitchFamily="2" charset="-122"/>
              </a:rPr>
              <a:t>RMMVAAIR	V/R movements       	  </a:t>
            </a:r>
          </a:p>
          <a:p>
            <a:pPr eaLnBrk="1" hangingPunct="1"/>
            <a:r>
              <a:rPr lang="en-US" altLang="zh-CN" dirty="0" smtClean="0">
                <a:solidFill>
                  <a:srgbClr val="000000"/>
                </a:solidFill>
                <a:ea typeface="宋体" pitchFamily="2" charset="-122"/>
              </a:rPr>
              <a:t>RMMRAAIR 	DR REPORTS          	  </a:t>
            </a:r>
          </a:p>
          <a:p>
            <a:pPr eaLnBrk="1" hangingPunct="1"/>
            <a:r>
              <a:rPr lang="en-US" altLang="zh-CN" smtClean="0">
                <a:solidFill>
                  <a:srgbClr val="000000"/>
                </a:solidFill>
                <a:ea typeface="宋体" pitchFamily="2" charset="-122"/>
              </a:rPr>
              <a:t>RMMPAAIR </a:t>
            </a:r>
            <a:r>
              <a:rPr lang="en-US" altLang="zh-CN" dirty="0" smtClean="0">
                <a:solidFill>
                  <a:srgbClr val="000000"/>
                </a:solidFill>
                <a:ea typeface="宋体" pitchFamily="2" charset="-122"/>
              </a:rPr>
              <a:t>	e-mail Tape </a:t>
            </a:r>
            <a:r>
              <a:rPr lang="en-US" altLang="zh-CN" dirty="0" err="1" smtClean="0">
                <a:solidFill>
                  <a:srgbClr val="000000"/>
                </a:solidFill>
                <a:ea typeface="宋体" pitchFamily="2" charset="-122"/>
              </a:rPr>
              <a:t>Mvmnt</a:t>
            </a:r>
            <a:r>
              <a:rPr lang="en-US" altLang="zh-CN" dirty="0" smtClean="0">
                <a:solidFill>
                  <a:srgbClr val="000000"/>
                </a:solidFill>
                <a:ea typeface="宋体" pitchFamily="2" charset="-122"/>
              </a:rPr>
              <a:t> </a:t>
            </a:r>
            <a:r>
              <a:rPr lang="en-US" altLang="zh-CN" dirty="0" err="1" smtClean="0">
                <a:solidFill>
                  <a:srgbClr val="000000"/>
                </a:solidFill>
                <a:ea typeface="宋体" pitchFamily="2" charset="-122"/>
              </a:rPr>
              <a:t>Rpts</a:t>
            </a:r>
            <a:r>
              <a:rPr lang="en-US" altLang="zh-CN" dirty="0" smtClean="0">
                <a:solidFill>
                  <a:srgbClr val="000000"/>
                </a:solidFill>
                <a:ea typeface="宋体" pitchFamily="2" charset="-122"/>
              </a:rPr>
              <a:t> 	 </a:t>
            </a:r>
            <a:endParaRPr lang="zh-CN" altLang="en-US" dirty="0" smtClean="0">
              <a:solidFill>
                <a:srgbClr val="000000"/>
              </a:solidFill>
              <a:ea typeface="宋体"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B1C08F2-76CF-4389-A86F-FB127C04963C}"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6</a:t>
            </a:fld>
            <a:endParaRPr lang="en-US" altLang="zh-CN">
              <a:latin typeface="Arial" pitchFamily="34" charset="0"/>
              <a:cs typeface="Arial" pitchFamily="34" charset="0"/>
            </a:endParaRPr>
          </a:p>
        </p:txBody>
      </p:sp>
      <p:sp>
        <p:nvSpPr>
          <p:cNvPr id="120835" name="Rectangle 2"/>
          <p:cNvSpPr>
            <a:spLocks noGrp="1" noChangeArrowheads="1"/>
          </p:cNvSpPr>
          <p:nvPr>
            <p:ph type="title"/>
          </p:nvPr>
        </p:nvSpPr>
        <p:spPr/>
        <p:txBody>
          <a:bodyPr/>
          <a:lstStyle/>
          <a:p>
            <a:pPr eaLnBrk="1" hangingPunct="1"/>
            <a:r>
              <a:rPr lang="en-US" altLang="zh-CN" dirty="0" smtClean="0">
                <a:ea typeface="宋体" pitchFamily="2" charset="-122"/>
              </a:rPr>
              <a:t>RMMBAAIR</a:t>
            </a:r>
            <a:endParaRPr lang="zh-CN" altLang="en-US" dirty="0" smtClean="0">
              <a:ea typeface="宋体" pitchFamily="2" charset="-122"/>
            </a:endParaRPr>
          </a:p>
        </p:txBody>
      </p:sp>
      <p:sp>
        <p:nvSpPr>
          <p:cNvPr id="120836" name="Rectangle 3"/>
          <p:cNvSpPr>
            <a:spLocks noGrp="1" noChangeArrowheads="1"/>
          </p:cNvSpPr>
          <p:nvPr>
            <p:ph type="body" idx="1"/>
          </p:nvPr>
        </p:nvSpPr>
        <p:spPr/>
        <p:txBody>
          <a:bodyPr/>
          <a:lstStyle/>
          <a:p>
            <a:pPr eaLnBrk="1" hangingPunct="1"/>
            <a:r>
              <a:rPr lang="en-US" altLang="zh-CN" dirty="0" smtClean="0">
                <a:solidFill>
                  <a:srgbClr val="000000"/>
                </a:solidFill>
                <a:ea typeface="宋体" pitchFamily="2" charset="-122"/>
              </a:rPr>
              <a:t>RMMB****</a:t>
            </a:r>
          </a:p>
          <a:p>
            <a:pPr lvl="1" eaLnBrk="1" hangingPunct="1">
              <a:buNone/>
            </a:pPr>
            <a:r>
              <a:rPr lang="en-US" altLang="zh-CN" dirty="0" smtClean="0">
                <a:solidFill>
                  <a:srgbClr val="000000"/>
                </a:solidFill>
                <a:ea typeface="宋体" pitchFamily="2" charset="-122"/>
              </a:rPr>
              <a:t>Locate SYSU.RMM.PROC(RMMVRBK)</a:t>
            </a:r>
          </a:p>
          <a:p>
            <a:pPr lvl="1" eaLnBrk="1" hangingPunct="1">
              <a:buNone/>
            </a:pPr>
            <a:endParaRPr lang="en-US" altLang="zh-CN" dirty="0" smtClean="0">
              <a:solidFill>
                <a:srgbClr val="000000"/>
              </a:solidFill>
              <a:ea typeface="宋体" pitchFamily="2" charset="-122"/>
            </a:endParaRPr>
          </a:p>
          <a:p>
            <a:pPr lvl="1" eaLnBrk="1" hangingPunct="1">
              <a:buNone/>
            </a:pPr>
            <a:endParaRPr lang="en-US" altLang="zh-CN" dirty="0" smtClean="0">
              <a:solidFill>
                <a:srgbClr val="000000"/>
              </a:solidFill>
              <a:ea typeface="宋体" pitchFamily="2" charset="-122"/>
            </a:endParaRPr>
          </a:p>
          <a:p>
            <a:pPr lvl="1" eaLnBrk="1" hangingPunct="1">
              <a:buNone/>
            </a:pPr>
            <a:endParaRPr lang="en-US" altLang="zh-CN" dirty="0" smtClean="0">
              <a:solidFill>
                <a:srgbClr val="000000"/>
              </a:solidFill>
              <a:ea typeface="宋体" pitchFamily="2" charset="-122"/>
            </a:endParaRPr>
          </a:p>
          <a:p>
            <a:pPr lvl="1" eaLnBrk="1" hangingPunct="1">
              <a:buNone/>
            </a:pPr>
            <a:endParaRPr lang="en-US" altLang="zh-CN" dirty="0" smtClean="0">
              <a:solidFill>
                <a:srgbClr val="000000"/>
              </a:solidFill>
              <a:ea typeface="宋体" pitchFamily="2" charset="-122"/>
            </a:endParaRPr>
          </a:p>
          <a:p>
            <a:pPr eaLnBrk="1" hangingPunct="1"/>
            <a:r>
              <a:rPr lang="en-US" altLang="zh-CN" dirty="0" smtClean="0">
                <a:solidFill>
                  <a:srgbClr val="000000"/>
                </a:solidFill>
                <a:ea typeface="宋体" pitchFamily="2" charset="-122"/>
              </a:rPr>
              <a:t>EDGHSKP,PARM=‘ BACKUP’</a:t>
            </a:r>
          </a:p>
          <a:p>
            <a:pPr lvl="1" eaLnBrk="1" hangingPunct="1"/>
            <a:r>
              <a:rPr lang="en-US" altLang="zh-CN" dirty="0" smtClean="0">
                <a:solidFill>
                  <a:srgbClr val="000000"/>
                </a:solidFill>
                <a:ea typeface="宋体" pitchFamily="2" charset="-122"/>
              </a:rPr>
              <a:t>When </a:t>
            </a:r>
            <a:r>
              <a:rPr lang="en-US" altLang="zh-CN" dirty="0" err="1" smtClean="0">
                <a:solidFill>
                  <a:srgbClr val="000000"/>
                </a:solidFill>
                <a:ea typeface="宋体" pitchFamily="2" charset="-122"/>
              </a:rPr>
              <a:t>DFSMSrmm</a:t>
            </a:r>
            <a:r>
              <a:rPr lang="en-US" altLang="zh-CN" dirty="0" smtClean="0">
                <a:solidFill>
                  <a:srgbClr val="000000"/>
                </a:solidFill>
                <a:ea typeface="宋体" pitchFamily="2" charset="-122"/>
              </a:rPr>
              <a:t> is active, you do not need to specify the MASTER and JOURNAL DD statements. EDGBKUP obtains the name of the control data set and the  journal from the </a:t>
            </a:r>
            <a:r>
              <a:rPr lang="en-US" altLang="zh-CN" dirty="0" err="1" smtClean="0">
                <a:solidFill>
                  <a:srgbClr val="000000"/>
                </a:solidFill>
                <a:ea typeface="宋体" pitchFamily="2" charset="-122"/>
              </a:rPr>
              <a:t>DFSMSrmm</a:t>
            </a:r>
            <a:r>
              <a:rPr lang="en-US" altLang="zh-CN" dirty="0" smtClean="0">
                <a:solidFill>
                  <a:srgbClr val="000000"/>
                </a:solidFill>
                <a:ea typeface="宋体" pitchFamily="2" charset="-122"/>
              </a:rPr>
              <a:t> subsystem.</a:t>
            </a:r>
          </a:p>
          <a:p>
            <a:pPr lvl="1" eaLnBrk="1" hangingPunct="1"/>
            <a:r>
              <a:rPr lang="en-US" altLang="zh-CN" dirty="0" smtClean="0"/>
              <a:t>If you specify both DD statements to back up the CDS and journal, and the function ended without any errors, the journal is cleared at the end.</a:t>
            </a:r>
          </a:p>
          <a:p>
            <a:pPr lvl="1" eaLnBrk="1" hangingPunct="1"/>
            <a:endParaRPr lang="en-US" altLang="zh-CN" dirty="0" smtClean="0">
              <a:solidFill>
                <a:srgbClr val="000000"/>
              </a:solidFill>
              <a:ea typeface="宋体" pitchFamily="2" charset="-122"/>
            </a:endParaRPr>
          </a:p>
          <a:p>
            <a:pPr lvl="1" eaLnBrk="1" hangingPunct="1"/>
            <a:endParaRPr lang="en-US" altLang="zh-CN" dirty="0" smtClean="0">
              <a:solidFill>
                <a:srgbClr val="000000"/>
              </a:solidFill>
              <a:ea typeface="宋体" pitchFamily="2" charset="-122"/>
            </a:endParaRPr>
          </a:p>
          <a:p>
            <a:pPr lvl="1" eaLnBrk="1" hangingPunct="1"/>
            <a:endParaRPr lang="en-US" altLang="zh-CN" dirty="0" smtClean="0">
              <a:solidFill>
                <a:srgbClr val="000000"/>
              </a:solidFill>
              <a:ea typeface="宋体" pitchFamily="2" charset="-122"/>
            </a:endParaRPr>
          </a:p>
        </p:txBody>
      </p:sp>
      <p:graphicFrame>
        <p:nvGraphicFramePr>
          <p:cNvPr id="1026" name="Object 2"/>
          <p:cNvGraphicFramePr>
            <a:graphicFrameLocks noChangeAspect="1"/>
          </p:cNvGraphicFramePr>
          <p:nvPr/>
        </p:nvGraphicFramePr>
        <p:xfrm>
          <a:off x="571472" y="2143116"/>
          <a:ext cx="1600200" cy="711200"/>
        </p:xfrm>
        <a:graphic>
          <a:graphicData uri="http://schemas.openxmlformats.org/presentationml/2006/ole">
            <p:oleObj spid="_x0000_s1026" name="Packager Shell Object" showAsIcon="1" r:id="rId4" imgW="1599480" imgH="710640" progId="Package">
              <p:embed/>
            </p:oleObj>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74D6260-8E3F-4445-85EE-BC8CF48A70B1}"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7</a:t>
            </a:fld>
            <a:endParaRPr lang="en-US" altLang="zh-CN">
              <a:latin typeface="Arial" pitchFamily="34" charset="0"/>
              <a:cs typeface="Arial" pitchFamily="34" charset="0"/>
            </a:endParaRPr>
          </a:p>
        </p:txBody>
      </p:sp>
      <p:sp>
        <p:nvSpPr>
          <p:cNvPr id="121859" name="Rectangle 2"/>
          <p:cNvSpPr>
            <a:spLocks noGrp="1" noChangeArrowheads="1"/>
          </p:cNvSpPr>
          <p:nvPr>
            <p:ph type="title"/>
          </p:nvPr>
        </p:nvSpPr>
        <p:spPr/>
        <p:txBody>
          <a:bodyPr/>
          <a:lstStyle/>
          <a:p>
            <a:pPr eaLnBrk="1" hangingPunct="1"/>
            <a:r>
              <a:rPr lang="en-US" altLang="zh-CN" dirty="0" smtClean="0">
                <a:ea typeface="宋体" pitchFamily="2" charset="-122"/>
              </a:rPr>
              <a:t>RMMHAAIR</a:t>
            </a:r>
            <a:endParaRPr lang="zh-CN" altLang="en-US" dirty="0" smtClean="0">
              <a:ea typeface="宋体" pitchFamily="2" charset="-122"/>
            </a:endParaRPr>
          </a:p>
        </p:txBody>
      </p:sp>
      <p:sp>
        <p:nvSpPr>
          <p:cNvPr id="121860" name="Rectangle 3"/>
          <p:cNvSpPr>
            <a:spLocks noGrp="1" noChangeArrowheads="1"/>
          </p:cNvSpPr>
          <p:nvPr>
            <p:ph type="body" idx="1"/>
          </p:nvPr>
        </p:nvSpPr>
        <p:spPr/>
        <p:txBody>
          <a:bodyPr/>
          <a:lstStyle/>
          <a:p>
            <a:pPr eaLnBrk="1" hangingPunct="1"/>
            <a:r>
              <a:rPr lang="en-US" altLang="zh-CN" dirty="0" smtClean="0">
                <a:solidFill>
                  <a:srgbClr val="000000"/>
                </a:solidFill>
                <a:ea typeface="宋体" pitchFamily="2" charset="-122"/>
              </a:rPr>
              <a:t>EDGHSKP  OPTIONS='VRSEL,EXPROC,DSTORE,RPTEXT,DATEFORM(E)‘</a:t>
            </a:r>
          </a:p>
          <a:p>
            <a:pPr lvl="1" eaLnBrk="1" hangingPunct="1"/>
            <a:r>
              <a:rPr lang="en-US" altLang="zh-CN" dirty="0" smtClean="0">
                <a:solidFill>
                  <a:srgbClr val="000000"/>
                </a:solidFill>
                <a:ea typeface="宋体" pitchFamily="2" charset="-122"/>
              </a:rPr>
              <a:t>Run vital record processing (VRSEL) to identify which volumes to retain and where volumes should be moved according to their VRSs. Specify before expiration and storage location management processing </a:t>
            </a:r>
          </a:p>
          <a:p>
            <a:pPr lvl="1" eaLnBrk="1" hangingPunct="1"/>
            <a:r>
              <a:rPr lang="en-US" altLang="zh-CN" dirty="0" smtClean="0">
                <a:solidFill>
                  <a:srgbClr val="000000"/>
                </a:solidFill>
                <a:ea typeface="宋体" pitchFamily="2" charset="-122"/>
              </a:rPr>
              <a:t>Run expiration processing (EXPROC) to identify those volumes not required for vital  records that are ready to expire. During expiration processing, release actions for volumes are noted.</a:t>
            </a:r>
          </a:p>
          <a:p>
            <a:pPr lvl="1" eaLnBrk="1" hangingPunct="1"/>
            <a:r>
              <a:rPr lang="en-US" altLang="zh-CN" dirty="0" smtClean="0">
                <a:solidFill>
                  <a:srgbClr val="000000"/>
                </a:solidFill>
                <a:ea typeface="宋体" pitchFamily="2" charset="-122"/>
              </a:rPr>
              <a:t>Run storage location management (DSTORE) to set a destination location, and optionally assign shelf locations in storage locations to volumes that are being sent out of the removable media library.</a:t>
            </a:r>
          </a:p>
          <a:p>
            <a:pPr lvl="1" eaLnBrk="1" hangingPunct="1"/>
            <a:r>
              <a:rPr lang="en-US" altLang="zh-CN" dirty="0" smtClean="0">
                <a:solidFill>
                  <a:srgbClr val="000000"/>
                </a:solidFill>
                <a:ea typeface="宋体" pitchFamily="2" charset="-122"/>
              </a:rPr>
              <a:t>Run extract data set processing (RPTEXT) to a sequential data set that contains information from </a:t>
            </a:r>
            <a:r>
              <a:rPr lang="en-US" altLang="zh-CN" dirty="0" err="1" smtClean="0">
                <a:solidFill>
                  <a:srgbClr val="000000"/>
                </a:solidFill>
                <a:ea typeface="宋体" pitchFamily="2" charset="-122"/>
              </a:rPr>
              <a:t>DFSMSrmm</a:t>
            </a:r>
            <a:r>
              <a:rPr lang="en-US" altLang="zh-CN" dirty="0" smtClean="0">
                <a:solidFill>
                  <a:srgbClr val="000000"/>
                </a:solidFill>
                <a:ea typeface="宋体" pitchFamily="2" charset="-122"/>
              </a:rPr>
              <a:t> and use it as input to EDGRPTD, the </a:t>
            </a:r>
            <a:r>
              <a:rPr lang="en-US" altLang="zh-CN" dirty="0" err="1" smtClean="0">
                <a:solidFill>
                  <a:srgbClr val="000000"/>
                </a:solidFill>
                <a:ea typeface="宋体" pitchFamily="2" charset="-122"/>
              </a:rPr>
              <a:t>DFSMSrmm</a:t>
            </a:r>
            <a:r>
              <a:rPr lang="en-US" altLang="zh-CN" dirty="0" smtClean="0">
                <a:solidFill>
                  <a:srgbClr val="000000"/>
                </a:solidFill>
                <a:ea typeface="宋体" pitchFamily="2" charset="-122"/>
              </a:rPr>
              <a:t> reporting utility.</a:t>
            </a:r>
            <a:endParaRPr lang="zh-CN" altLang="en-US" dirty="0" smtClean="0">
              <a:solidFill>
                <a:srgbClr val="000000"/>
              </a:solidFill>
              <a:ea typeface="宋体"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0377D87-1911-433E-9249-42D499B99628}"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8</a:t>
            </a:fld>
            <a:endParaRPr lang="en-US" altLang="zh-CN">
              <a:latin typeface="Arial" pitchFamily="34" charset="0"/>
              <a:cs typeface="Arial" pitchFamily="34" charset="0"/>
            </a:endParaRPr>
          </a:p>
        </p:txBody>
      </p:sp>
      <p:sp>
        <p:nvSpPr>
          <p:cNvPr id="122883" name="Rectangle 2"/>
          <p:cNvSpPr>
            <a:spLocks noGrp="1" noChangeArrowheads="1"/>
          </p:cNvSpPr>
          <p:nvPr>
            <p:ph type="title"/>
          </p:nvPr>
        </p:nvSpPr>
        <p:spPr/>
        <p:txBody>
          <a:bodyPr/>
          <a:lstStyle/>
          <a:p>
            <a:pPr eaLnBrk="1" hangingPunct="1"/>
            <a:r>
              <a:rPr lang="en-US" altLang="zh-CN" dirty="0" smtClean="0">
                <a:ea typeface="宋体" pitchFamily="2" charset="-122"/>
              </a:rPr>
              <a:t>RMMVAAIR</a:t>
            </a:r>
            <a:endParaRPr lang="zh-CN" altLang="en-US" dirty="0" smtClean="0">
              <a:ea typeface="宋体" pitchFamily="2" charset="-122"/>
            </a:endParaRPr>
          </a:p>
        </p:txBody>
      </p:sp>
      <p:sp>
        <p:nvSpPr>
          <p:cNvPr id="122884" name="Rectangle 3"/>
          <p:cNvSpPr>
            <a:spLocks noGrp="1" noChangeArrowheads="1"/>
          </p:cNvSpPr>
          <p:nvPr>
            <p:ph type="body" idx="1"/>
          </p:nvPr>
        </p:nvSpPr>
        <p:spPr/>
        <p:txBody>
          <a:bodyPr/>
          <a:lstStyle/>
          <a:p>
            <a:pPr eaLnBrk="1" hangingPunct="1"/>
            <a:r>
              <a:rPr lang="en-US" altLang="zh-CN" dirty="0" smtClean="0">
                <a:solidFill>
                  <a:srgbClr val="000000"/>
                </a:solidFill>
                <a:ea typeface="宋体" pitchFamily="2" charset="-122"/>
              </a:rPr>
              <a:t>SYSU.RMM.PROC(RMMVREC)</a:t>
            </a:r>
          </a:p>
          <a:p>
            <a:pPr eaLnBrk="1" hangingPunct="1"/>
            <a:endParaRPr lang="en-US" altLang="zh-CN" dirty="0" smtClean="0">
              <a:solidFill>
                <a:srgbClr val="000000"/>
              </a:solidFill>
              <a:ea typeface="宋体" pitchFamily="2" charset="-122"/>
            </a:endParaRPr>
          </a:p>
          <a:p>
            <a:pPr eaLnBrk="1" hangingPunct="1"/>
            <a:endParaRPr lang="en-US" altLang="zh-CN" dirty="0" smtClean="0">
              <a:solidFill>
                <a:srgbClr val="000000"/>
              </a:solidFill>
              <a:ea typeface="宋体" pitchFamily="2" charset="-122"/>
            </a:endParaRPr>
          </a:p>
          <a:p>
            <a:pPr eaLnBrk="1" hangingPunct="1"/>
            <a:endParaRPr lang="en-US" altLang="zh-CN" dirty="0" smtClean="0">
              <a:solidFill>
                <a:srgbClr val="000000"/>
              </a:solidFill>
              <a:ea typeface="宋体" pitchFamily="2" charset="-122"/>
            </a:endParaRPr>
          </a:p>
          <a:p>
            <a:pPr eaLnBrk="1" hangingPunct="1"/>
            <a:endParaRPr lang="en-US" altLang="zh-CN" dirty="0" smtClean="0">
              <a:solidFill>
                <a:srgbClr val="000000"/>
              </a:solidFill>
              <a:ea typeface="宋体" pitchFamily="2" charset="-122"/>
            </a:endParaRPr>
          </a:p>
          <a:p>
            <a:pPr lvl="1" eaLnBrk="1" hangingPunct="1"/>
            <a:r>
              <a:rPr lang="en-US" altLang="zh-CN" dirty="0" smtClean="0">
                <a:solidFill>
                  <a:srgbClr val="000000"/>
                </a:solidFill>
                <a:ea typeface="宋体" pitchFamily="2" charset="-122"/>
              </a:rPr>
              <a:t>STEP010	 PRODUCE V/R MOVEMENT REPORTS. </a:t>
            </a:r>
          </a:p>
          <a:p>
            <a:pPr lvl="1" eaLnBrk="1" hangingPunct="1"/>
            <a:r>
              <a:rPr lang="en-US" altLang="zh-CN" dirty="0" smtClean="0">
                <a:solidFill>
                  <a:srgbClr val="000000"/>
                </a:solidFill>
                <a:ea typeface="宋体" pitchFamily="2" charset="-122"/>
              </a:rPr>
              <a:t>STEP020	 GENERATE A NEW DFSMSRMM EXTRACT DATA SET </a:t>
            </a:r>
          </a:p>
          <a:p>
            <a:pPr lvl="1" eaLnBrk="1" hangingPunct="1"/>
            <a:r>
              <a:rPr lang="en-US" altLang="zh-CN" dirty="0" smtClean="0">
                <a:solidFill>
                  <a:srgbClr val="000000"/>
                </a:solidFill>
                <a:ea typeface="宋体" pitchFamily="2" charset="-122"/>
              </a:rPr>
              <a:t>STEP030 	 GENERATE V/R MOVEMENT REPORTS </a:t>
            </a:r>
          </a:p>
          <a:p>
            <a:pPr lvl="1" eaLnBrk="1" hangingPunct="1"/>
            <a:r>
              <a:rPr lang="en-US" altLang="zh-CN" dirty="0" smtClean="0">
                <a:solidFill>
                  <a:srgbClr val="000000"/>
                </a:solidFill>
                <a:ea typeface="宋体" pitchFamily="2" charset="-122"/>
              </a:rPr>
              <a:t>STEP040	 SELECT VOLUMES TO BE EJECTED FROM ATL AND CREATE CLIST</a:t>
            </a:r>
          </a:p>
          <a:p>
            <a:pPr lvl="1" eaLnBrk="1" hangingPunct="1"/>
            <a:r>
              <a:rPr lang="en-US" altLang="zh-CN" dirty="0" smtClean="0">
                <a:solidFill>
                  <a:srgbClr val="000000"/>
                </a:solidFill>
                <a:ea typeface="宋体" pitchFamily="2" charset="-122"/>
              </a:rPr>
              <a:t>STEP050	 EXECUTE THE CLIST TO EJECT TAPES FROM THE ATL</a:t>
            </a:r>
          </a:p>
          <a:p>
            <a:pPr lvl="1" eaLnBrk="1" hangingPunct="1"/>
            <a:r>
              <a:rPr lang="en-US" altLang="zh-CN" dirty="0" smtClean="0">
                <a:solidFill>
                  <a:srgbClr val="000000"/>
                </a:solidFill>
                <a:ea typeface="宋体" pitchFamily="2" charset="-122"/>
              </a:rPr>
              <a:t>STEP060	 CHANGEVOLUME CONFIRMMOVE 	</a:t>
            </a:r>
            <a:endParaRPr lang="zh-CN" altLang="en-US" dirty="0" smtClean="0">
              <a:solidFill>
                <a:srgbClr val="000000"/>
              </a:solidFill>
              <a:ea typeface="宋体" pitchFamily="2" charset="-122"/>
            </a:endParaRPr>
          </a:p>
        </p:txBody>
      </p:sp>
      <p:graphicFrame>
        <p:nvGraphicFramePr>
          <p:cNvPr id="2050" name="Object 2"/>
          <p:cNvGraphicFramePr>
            <a:graphicFrameLocks noChangeAspect="1"/>
          </p:cNvGraphicFramePr>
          <p:nvPr/>
        </p:nvGraphicFramePr>
        <p:xfrm>
          <a:off x="714348" y="1785926"/>
          <a:ext cx="1587500" cy="711200"/>
        </p:xfrm>
        <a:graphic>
          <a:graphicData uri="http://schemas.openxmlformats.org/presentationml/2006/ole">
            <p:oleObj spid="_x0000_s2050" name="包装程序外壳对象" showAsIcon="1" r:id="rId4" imgW="1586880" imgH="710640" progId="Package">
              <p:embed/>
            </p:oleObj>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9D48DEE-B241-4AC2-827A-ECC1EE33D819}"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9</a:t>
            </a:fld>
            <a:endParaRPr lang="en-US" altLang="zh-CN">
              <a:latin typeface="Arial" pitchFamily="34" charset="0"/>
              <a:cs typeface="Arial" pitchFamily="34" charset="0"/>
            </a:endParaRPr>
          </a:p>
        </p:txBody>
      </p:sp>
      <p:sp>
        <p:nvSpPr>
          <p:cNvPr id="123907" name="Rectangle 2"/>
          <p:cNvSpPr>
            <a:spLocks noGrp="1" noChangeArrowheads="1"/>
          </p:cNvSpPr>
          <p:nvPr>
            <p:ph type="title"/>
          </p:nvPr>
        </p:nvSpPr>
        <p:spPr/>
        <p:txBody>
          <a:bodyPr/>
          <a:lstStyle/>
          <a:p>
            <a:pPr eaLnBrk="1" hangingPunct="1"/>
            <a:r>
              <a:rPr lang="en-US" altLang="zh-CN" dirty="0" smtClean="0">
                <a:ea typeface="宋体" pitchFamily="2" charset="-122"/>
              </a:rPr>
              <a:t>RMMPAAIR</a:t>
            </a:r>
            <a:endParaRPr lang="zh-CN" altLang="en-US" dirty="0" smtClean="0">
              <a:ea typeface="宋体" pitchFamily="2" charset="-122"/>
            </a:endParaRPr>
          </a:p>
        </p:txBody>
      </p:sp>
      <p:sp>
        <p:nvSpPr>
          <p:cNvPr id="123908" name="Rectangle 3"/>
          <p:cNvSpPr>
            <a:spLocks noGrp="1" noChangeArrowheads="1"/>
          </p:cNvSpPr>
          <p:nvPr>
            <p:ph type="body" idx="1"/>
          </p:nvPr>
        </p:nvSpPr>
        <p:spPr/>
        <p:txBody>
          <a:bodyPr/>
          <a:lstStyle/>
          <a:p>
            <a:pPr eaLnBrk="1" hangingPunct="1"/>
            <a:r>
              <a:rPr lang="en-US" altLang="zh-CN" dirty="0" smtClean="0">
                <a:solidFill>
                  <a:srgbClr val="000000"/>
                </a:solidFill>
                <a:ea typeface="宋体" pitchFamily="2" charset="-122"/>
              </a:rPr>
              <a:t>PR.LOC.JCL(RMMPAAIR)</a:t>
            </a:r>
          </a:p>
          <a:p>
            <a:pPr eaLnBrk="1" hangingPunct="1"/>
            <a:r>
              <a:rPr lang="en-US" altLang="zh-CN" dirty="0" smtClean="0">
                <a:solidFill>
                  <a:srgbClr val="000000"/>
                </a:solidFill>
                <a:ea typeface="宋体" pitchFamily="2" charset="-122"/>
              </a:rPr>
              <a:t>STEP010  Reformat REPORT14 and email to group</a:t>
            </a:r>
          </a:p>
          <a:p>
            <a:pPr eaLnBrk="1" hangingPunct="1"/>
            <a:r>
              <a:rPr lang="en-US" altLang="zh-CN" dirty="0" smtClean="0">
                <a:solidFill>
                  <a:srgbClr val="000000"/>
                </a:solidFill>
                <a:ea typeface="宋体" pitchFamily="2" charset="-122"/>
              </a:rPr>
              <a:t>STEP020  Send REPORT6,7,14 to printer</a:t>
            </a:r>
            <a:endParaRPr lang="zh-CN" altLang="en-US" dirty="0" smtClean="0">
              <a:solidFill>
                <a:srgbClr val="000000"/>
              </a:solidFill>
              <a:ea typeface="宋体" pitchFamily="2" charset="-122"/>
            </a:endParaRPr>
          </a:p>
        </p:txBody>
      </p:sp>
      <p:graphicFrame>
        <p:nvGraphicFramePr>
          <p:cNvPr id="3074" name="Object 2"/>
          <p:cNvGraphicFramePr>
            <a:graphicFrameLocks noChangeAspect="1"/>
          </p:cNvGraphicFramePr>
          <p:nvPr/>
        </p:nvGraphicFramePr>
        <p:xfrm>
          <a:off x="571472" y="2571744"/>
          <a:ext cx="1308100" cy="711200"/>
        </p:xfrm>
        <a:graphic>
          <a:graphicData uri="http://schemas.openxmlformats.org/presentationml/2006/ole">
            <p:oleObj spid="_x0000_s3074" name="包装程序外壳对象" showAsIcon="1" r:id="rId4" imgW="1307520" imgH="710640" progId="Package">
              <p:embed/>
            </p:oleObj>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A8EB1A8-878F-42B3-A29D-B95918CCA260}"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10</a:t>
            </a:fld>
            <a:endParaRPr lang="en-US" altLang="zh-CN">
              <a:latin typeface="Arial" pitchFamily="34" charset="0"/>
              <a:cs typeface="Arial" pitchFamily="34" charset="0"/>
            </a:endParaRPr>
          </a:p>
        </p:txBody>
      </p:sp>
      <p:sp>
        <p:nvSpPr>
          <p:cNvPr id="124931" name="Rectangle 2"/>
          <p:cNvSpPr>
            <a:spLocks noGrp="1" noChangeArrowheads="1"/>
          </p:cNvSpPr>
          <p:nvPr>
            <p:ph type="title"/>
          </p:nvPr>
        </p:nvSpPr>
        <p:spPr/>
        <p:txBody>
          <a:bodyPr/>
          <a:lstStyle/>
          <a:p>
            <a:pPr eaLnBrk="1" hangingPunct="1"/>
            <a:r>
              <a:rPr lang="en-US" altLang="zh-CN" dirty="0" smtClean="0">
                <a:ea typeface="宋体" pitchFamily="2" charset="-122"/>
              </a:rPr>
              <a:t>RMMAAAIA</a:t>
            </a:r>
            <a:endParaRPr lang="zh-CN" altLang="en-US" dirty="0" smtClean="0">
              <a:ea typeface="宋体" pitchFamily="2" charset="-122"/>
            </a:endParaRPr>
          </a:p>
        </p:txBody>
      </p:sp>
      <p:sp>
        <p:nvSpPr>
          <p:cNvPr id="124932" name="Rectangle 3"/>
          <p:cNvSpPr>
            <a:spLocks noGrp="1" noChangeArrowheads="1"/>
          </p:cNvSpPr>
          <p:nvPr>
            <p:ph type="body" idx="1"/>
          </p:nvPr>
        </p:nvSpPr>
        <p:spPr/>
        <p:txBody>
          <a:bodyPr/>
          <a:lstStyle/>
          <a:p>
            <a:pPr eaLnBrk="1" hangingPunct="1"/>
            <a:endParaRPr lang="zh-CN" altLang="en-US" sz="800" dirty="0" smtClean="0">
              <a:solidFill>
                <a:srgbClr val="000000"/>
              </a:solidFill>
              <a:ea typeface="宋体"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57376E6-C0F7-4DDF-BCDD-8F5484981A00}"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11</a:t>
            </a:fld>
            <a:endParaRPr lang="en-US" altLang="zh-CN">
              <a:latin typeface="Arial" pitchFamily="34" charset="0"/>
              <a:cs typeface="Arial" pitchFamily="34" charset="0"/>
            </a:endParaRPr>
          </a:p>
        </p:txBody>
      </p:sp>
      <p:sp>
        <p:nvSpPr>
          <p:cNvPr id="125955" name="Rectangle 2"/>
          <p:cNvSpPr>
            <a:spLocks noGrp="1" noChangeArrowheads="1"/>
          </p:cNvSpPr>
          <p:nvPr>
            <p:ph type="title"/>
          </p:nvPr>
        </p:nvSpPr>
        <p:spPr/>
        <p:txBody>
          <a:bodyPr/>
          <a:lstStyle/>
          <a:p>
            <a:pPr eaLnBrk="1" hangingPunct="1"/>
            <a:r>
              <a:rPr lang="en-US" altLang="zh-CN" dirty="0" smtClean="0">
                <a:ea typeface="宋体" pitchFamily="2" charset="-122"/>
              </a:rPr>
              <a:t>RMMEAAIR</a:t>
            </a:r>
            <a:endParaRPr lang="zh-CN" altLang="en-US" dirty="0" smtClean="0">
              <a:ea typeface="宋体" pitchFamily="2" charset="-122"/>
            </a:endParaRPr>
          </a:p>
        </p:txBody>
      </p:sp>
      <p:sp>
        <p:nvSpPr>
          <p:cNvPr id="125956" name="Rectangle 3"/>
          <p:cNvSpPr>
            <a:spLocks noGrp="1" noChangeArrowheads="1"/>
          </p:cNvSpPr>
          <p:nvPr>
            <p:ph type="body" idx="1"/>
          </p:nvPr>
        </p:nvSpPr>
        <p:spPr/>
        <p:txBody>
          <a:bodyPr/>
          <a:lstStyle/>
          <a:p>
            <a:pPr eaLnBrk="1" hangingPunct="1"/>
            <a:r>
              <a:rPr lang="en-US" altLang="zh-CN" dirty="0" smtClean="0">
                <a:solidFill>
                  <a:srgbClr val="000000"/>
                </a:solidFill>
                <a:ea typeface="宋体" pitchFamily="2" charset="-122"/>
              </a:rPr>
              <a:t>RMM RELEASE MORE SCRATCH TAPES WITHOUT DSTORE PROCESS </a:t>
            </a:r>
          </a:p>
          <a:p>
            <a:pPr lvl="1" eaLnBrk="1" hangingPunct="1">
              <a:buNone/>
            </a:pPr>
            <a:r>
              <a:rPr lang="en-US" altLang="zh-CN" dirty="0" smtClean="0">
                <a:solidFill>
                  <a:srgbClr val="000000"/>
                </a:solidFill>
                <a:ea typeface="宋体" pitchFamily="2" charset="-122"/>
              </a:rPr>
              <a:t>//      EXEC   RMMHSKP,                               </a:t>
            </a:r>
          </a:p>
          <a:p>
            <a:pPr lvl="1" eaLnBrk="1" hangingPunct="1">
              <a:buNone/>
            </a:pPr>
            <a:r>
              <a:rPr lang="en-US" altLang="zh-CN" dirty="0" smtClean="0">
                <a:solidFill>
                  <a:srgbClr val="000000"/>
                </a:solidFill>
                <a:ea typeface="宋体" pitchFamily="2" charset="-122"/>
              </a:rPr>
              <a:t>//             OPTIONS='VRSEL,EXPROC,DATEFORM(E)', </a:t>
            </a:r>
            <a:endParaRPr lang="zh-CN" altLang="en-US" dirty="0" smtClean="0">
              <a:solidFill>
                <a:srgbClr val="000000"/>
              </a:solidFill>
              <a:ea typeface="宋体"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AA573EA-F53A-483E-AA5D-D67D2C6379AC}"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12</a:t>
            </a:fld>
            <a:endParaRPr lang="en-US" altLang="zh-CN">
              <a:latin typeface="Arial" pitchFamily="34" charset="0"/>
              <a:cs typeface="Arial" pitchFamily="34" charset="0"/>
            </a:endParaRPr>
          </a:p>
        </p:txBody>
      </p:sp>
      <p:sp>
        <p:nvSpPr>
          <p:cNvPr id="126979" name="Rectangle 2"/>
          <p:cNvSpPr>
            <a:spLocks noGrp="1" noChangeArrowheads="1"/>
          </p:cNvSpPr>
          <p:nvPr>
            <p:ph type="title"/>
          </p:nvPr>
        </p:nvSpPr>
        <p:spPr/>
        <p:txBody>
          <a:bodyPr/>
          <a:lstStyle/>
          <a:p>
            <a:pPr eaLnBrk="1" hangingPunct="1"/>
            <a:endParaRPr lang="zh-CN" altLang="en-US" smtClean="0">
              <a:ea typeface="宋体" pitchFamily="2" charset="-122"/>
            </a:endParaRPr>
          </a:p>
        </p:txBody>
      </p:sp>
      <p:sp>
        <p:nvSpPr>
          <p:cNvPr id="126980" name="Rectangle 3"/>
          <p:cNvSpPr>
            <a:spLocks noGrp="1" noChangeArrowheads="1"/>
          </p:cNvSpPr>
          <p:nvPr>
            <p:ph type="body" idx="1"/>
          </p:nvPr>
        </p:nvSpPr>
        <p:spPr/>
        <p:txBody>
          <a:bodyPr/>
          <a:lstStyle/>
          <a:p>
            <a:pPr eaLnBrk="1" hangingPunct="1"/>
            <a:endParaRPr lang="zh-CN" altLang="en-US" smtClean="0">
              <a:solidFill>
                <a:srgbClr val="000000"/>
              </a:solidFill>
              <a:ea typeface="宋体"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5654482-E451-4CEE-B257-3E851FF286DD}"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13</a:t>
            </a:fld>
            <a:endParaRPr lang="en-US" altLang="zh-CN">
              <a:latin typeface="Arial" pitchFamily="34" charset="0"/>
              <a:cs typeface="Arial" pitchFamily="34" charset="0"/>
            </a:endParaRPr>
          </a:p>
        </p:txBody>
      </p:sp>
      <p:sp>
        <p:nvSpPr>
          <p:cNvPr id="128003" name="Rectangle 2"/>
          <p:cNvSpPr>
            <a:spLocks noGrp="1" noChangeArrowheads="1"/>
          </p:cNvSpPr>
          <p:nvPr>
            <p:ph type="title"/>
          </p:nvPr>
        </p:nvSpPr>
        <p:spPr/>
        <p:txBody>
          <a:bodyPr/>
          <a:lstStyle/>
          <a:p>
            <a:pPr eaLnBrk="1" hangingPunct="1"/>
            <a:endParaRPr lang="zh-CN" altLang="en-US" smtClean="0">
              <a:ea typeface="宋体" pitchFamily="2" charset="-122"/>
            </a:endParaRPr>
          </a:p>
        </p:txBody>
      </p:sp>
      <p:sp>
        <p:nvSpPr>
          <p:cNvPr id="128004" name="Rectangle 3"/>
          <p:cNvSpPr>
            <a:spLocks noGrp="1" noChangeArrowheads="1"/>
          </p:cNvSpPr>
          <p:nvPr>
            <p:ph type="body" idx="1"/>
          </p:nvPr>
        </p:nvSpPr>
        <p:spPr/>
        <p:txBody>
          <a:bodyPr/>
          <a:lstStyle/>
          <a:p>
            <a:pPr eaLnBrk="1" hangingPunct="1"/>
            <a:endParaRPr lang="zh-CN" altLang="en-US" smtClean="0">
              <a:solidFill>
                <a:srgbClr val="000000"/>
              </a:solidFill>
              <a:ea typeface="宋体"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FAD26C3-76DA-499F-AC47-C715547AC2E3}"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14</a:t>
            </a:fld>
            <a:endParaRPr lang="en-US" altLang="zh-CN">
              <a:latin typeface="Arial" pitchFamily="34" charset="0"/>
              <a:cs typeface="Arial" pitchFamily="34" charset="0"/>
            </a:endParaRPr>
          </a:p>
        </p:txBody>
      </p:sp>
      <p:sp>
        <p:nvSpPr>
          <p:cNvPr id="129027" name="Rectangle 2"/>
          <p:cNvSpPr>
            <a:spLocks noGrp="1" noChangeArrowheads="1"/>
          </p:cNvSpPr>
          <p:nvPr>
            <p:ph type="title"/>
          </p:nvPr>
        </p:nvSpPr>
        <p:spPr/>
        <p:txBody>
          <a:bodyPr/>
          <a:lstStyle/>
          <a:p>
            <a:pPr eaLnBrk="1" hangingPunct="1"/>
            <a:endParaRPr lang="zh-CN" altLang="en-US" smtClean="0">
              <a:ea typeface="宋体" pitchFamily="2" charset="-122"/>
            </a:endParaRPr>
          </a:p>
        </p:txBody>
      </p:sp>
      <p:sp>
        <p:nvSpPr>
          <p:cNvPr id="129028" name="Rectangle 3"/>
          <p:cNvSpPr>
            <a:spLocks noGrp="1" noChangeArrowheads="1"/>
          </p:cNvSpPr>
          <p:nvPr>
            <p:ph type="body" idx="1"/>
          </p:nvPr>
        </p:nvSpPr>
        <p:spPr/>
        <p:txBody>
          <a:bodyPr/>
          <a:lstStyle/>
          <a:p>
            <a:pPr eaLnBrk="1" hangingPunct="1"/>
            <a:endParaRPr lang="zh-CN" altLang="en-US" smtClean="0">
              <a:solidFill>
                <a:srgbClr val="000000"/>
              </a:solidFill>
              <a:ea typeface="宋体"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FC878A0-A839-493C-BF42-76688F3A049F}"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15</a:t>
            </a:fld>
            <a:endParaRPr lang="en-US" altLang="zh-CN">
              <a:latin typeface="Arial" pitchFamily="34" charset="0"/>
              <a:cs typeface="Arial" pitchFamily="34" charset="0"/>
            </a:endParaRPr>
          </a:p>
        </p:txBody>
      </p:sp>
      <p:sp>
        <p:nvSpPr>
          <p:cNvPr id="130051" name="Rectangle 2"/>
          <p:cNvSpPr>
            <a:spLocks noGrp="1" noChangeArrowheads="1"/>
          </p:cNvSpPr>
          <p:nvPr>
            <p:ph type="title"/>
          </p:nvPr>
        </p:nvSpPr>
        <p:spPr/>
        <p:txBody>
          <a:bodyPr/>
          <a:lstStyle/>
          <a:p>
            <a:pPr eaLnBrk="1" hangingPunct="1"/>
            <a:endParaRPr lang="zh-CN" altLang="en-US" smtClean="0">
              <a:ea typeface="宋体" pitchFamily="2" charset="-122"/>
            </a:endParaRPr>
          </a:p>
        </p:txBody>
      </p:sp>
      <p:sp>
        <p:nvSpPr>
          <p:cNvPr id="130052" name="Rectangle 3"/>
          <p:cNvSpPr>
            <a:spLocks noGrp="1" noChangeArrowheads="1"/>
          </p:cNvSpPr>
          <p:nvPr>
            <p:ph type="body" idx="1"/>
          </p:nvPr>
        </p:nvSpPr>
        <p:spPr/>
        <p:txBody>
          <a:bodyPr/>
          <a:lstStyle/>
          <a:p>
            <a:pPr eaLnBrk="1" hangingPunct="1"/>
            <a:endParaRPr lang="zh-CN" altLang="en-US" smtClean="0">
              <a:solidFill>
                <a:srgbClr val="000000"/>
              </a:solidFill>
              <a:ea typeface="宋体"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73EA940-A5E8-4BB6-BE16-3D51B49629E7}"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16</a:t>
            </a:fld>
            <a:endParaRPr lang="en-US" altLang="zh-CN">
              <a:latin typeface="Arial" pitchFamily="34" charset="0"/>
              <a:cs typeface="Arial" pitchFamily="34" charset="0"/>
            </a:endParaRPr>
          </a:p>
        </p:txBody>
      </p:sp>
      <p:sp>
        <p:nvSpPr>
          <p:cNvPr id="131075" name="Rectangle 2"/>
          <p:cNvSpPr>
            <a:spLocks noGrp="1" noChangeArrowheads="1"/>
          </p:cNvSpPr>
          <p:nvPr>
            <p:ph type="title"/>
          </p:nvPr>
        </p:nvSpPr>
        <p:spPr/>
        <p:txBody>
          <a:bodyPr/>
          <a:lstStyle/>
          <a:p>
            <a:pPr eaLnBrk="1" hangingPunct="1"/>
            <a:endParaRPr lang="zh-CN" altLang="en-US" smtClean="0">
              <a:ea typeface="宋体" pitchFamily="2" charset="-122"/>
            </a:endParaRPr>
          </a:p>
        </p:txBody>
      </p:sp>
      <p:sp>
        <p:nvSpPr>
          <p:cNvPr id="131076" name="Rectangle 3"/>
          <p:cNvSpPr>
            <a:spLocks noGrp="1" noChangeArrowheads="1"/>
          </p:cNvSpPr>
          <p:nvPr>
            <p:ph type="body" idx="1"/>
          </p:nvPr>
        </p:nvSpPr>
        <p:spPr/>
        <p:txBody>
          <a:bodyPr/>
          <a:lstStyle/>
          <a:p>
            <a:pPr eaLnBrk="1" hangingPunct="1"/>
            <a:endParaRPr lang="zh-CN" altLang="en-US" smtClean="0">
              <a:solidFill>
                <a:srgbClr val="000000"/>
              </a:solidFill>
              <a:ea typeface="宋体"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F8F45BA-72BB-47F4-9ECD-4D326F22445C}"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17</a:t>
            </a:fld>
            <a:endParaRPr lang="en-US" altLang="zh-CN">
              <a:latin typeface="Arial" pitchFamily="34" charset="0"/>
              <a:cs typeface="Arial" pitchFamily="34" charset="0"/>
            </a:endParaRPr>
          </a:p>
        </p:txBody>
      </p:sp>
      <p:sp>
        <p:nvSpPr>
          <p:cNvPr id="132099" name="Rectangle 2"/>
          <p:cNvSpPr>
            <a:spLocks noGrp="1" noChangeArrowheads="1"/>
          </p:cNvSpPr>
          <p:nvPr>
            <p:ph type="title"/>
          </p:nvPr>
        </p:nvSpPr>
        <p:spPr/>
        <p:txBody>
          <a:bodyPr/>
          <a:lstStyle/>
          <a:p>
            <a:pPr eaLnBrk="1" hangingPunct="1"/>
            <a:endParaRPr lang="zh-CN" altLang="en-US" smtClean="0">
              <a:ea typeface="宋体" pitchFamily="2" charset="-122"/>
            </a:endParaRPr>
          </a:p>
        </p:txBody>
      </p:sp>
      <p:sp>
        <p:nvSpPr>
          <p:cNvPr id="132100" name="Rectangle 3"/>
          <p:cNvSpPr>
            <a:spLocks noGrp="1" noChangeArrowheads="1"/>
          </p:cNvSpPr>
          <p:nvPr>
            <p:ph type="body" idx="1"/>
          </p:nvPr>
        </p:nvSpPr>
        <p:spPr/>
        <p:txBody>
          <a:bodyPr/>
          <a:lstStyle/>
          <a:p>
            <a:pPr eaLnBrk="1" hangingPunct="1"/>
            <a:endParaRPr lang="zh-CN" altLang="en-US" smtClean="0">
              <a:solidFill>
                <a:srgbClr val="000000"/>
              </a:solidFill>
              <a:ea typeface="宋体"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C1A55FD-66F6-4495-BDF5-EF8711EB433B}"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18</a:t>
            </a:fld>
            <a:endParaRPr lang="en-US" altLang="zh-CN">
              <a:latin typeface="Arial" pitchFamily="34" charset="0"/>
              <a:cs typeface="Arial" pitchFamily="34" charset="0"/>
            </a:endParaRPr>
          </a:p>
        </p:txBody>
      </p:sp>
      <p:sp>
        <p:nvSpPr>
          <p:cNvPr id="133123" name="Rectangle 2"/>
          <p:cNvSpPr>
            <a:spLocks noGrp="1" noChangeArrowheads="1"/>
          </p:cNvSpPr>
          <p:nvPr>
            <p:ph type="title"/>
          </p:nvPr>
        </p:nvSpPr>
        <p:spPr/>
        <p:txBody>
          <a:bodyPr/>
          <a:lstStyle/>
          <a:p>
            <a:pPr eaLnBrk="1" hangingPunct="1"/>
            <a:endParaRPr lang="zh-CN" altLang="en-US" smtClean="0">
              <a:ea typeface="宋体" pitchFamily="2" charset="-122"/>
            </a:endParaRPr>
          </a:p>
        </p:txBody>
      </p:sp>
      <p:sp>
        <p:nvSpPr>
          <p:cNvPr id="133124" name="Rectangle 3"/>
          <p:cNvSpPr>
            <a:spLocks noGrp="1" noChangeArrowheads="1"/>
          </p:cNvSpPr>
          <p:nvPr>
            <p:ph type="body" idx="1"/>
          </p:nvPr>
        </p:nvSpPr>
        <p:spPr/>
        <p:txBody>
          <a:bodyPr/>
          <a:lstStyle/>
          <a:p>
            <a:pPr eaLnBrk="1" hangingPunct="1"/>
            <a:endParaRPr lang="zh-CN" altLang="en-US" smtClean="0">
              <a:solidFill>
                <a:srgbClr val="000000"/>
              </a:solidFill>
              <a:ea typeface="宋体"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912ECE6-F042-4E5A-9D72-AFEB686F69B9}"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19</a:t>
            </a:fld>
            <a:endParaRPr lang="en-US" altLang="zh-CN">
              <a:latin typeface="Arial" pitchFamily="34" charset="0"/>
              <a:cs typeface="Arial" pitchFamily="34" charset="0"/>
            </a:endParaRPr>
          </a:p>
        </p:txBody>
      </p:sp>
      <p:sp>
        <p:nvSpPr>
          <p:cNvPr id="134147" name="Rectangle 2"/>
          <p:cNvSpPr>
            <a:spLocks noGrp="1" noChangeArrowheads="1"/>
          </p:cNvSpPr>
          <p:nvPr>
            <p:ph type="title"/>
          </p:nvPr>
        </p:nvSpPr>
        <p:spPr/>
        <p:txBody>
          <a:bodyPr/>
          <a:lstStyle/>
          <a:p>
            <a:pPr eaLnBrk="1" hangingPunct="1"/>
            <a:endParaRPr lang="zh-CN" altLang="en-US" smtClean="0">
              <a:ea typeface="宋体" pitchFamily="2" charset="-122"/>
            </a:endParaRPr>
          </a:p>
        </p:txBody>
      </p:sp>
      <p:sp>
        <p:nvSpPr>
          <p:cNvPr id="134148" name="Rectangle 3"/>
          <p:cNvSpPr>
            <a:spLocks noGrp="1" noChangeArrowheads="1"/>
          </p:cNvSpPr>
          <p:nvPr>
            <p:ph type="body" idx="1"/>
          </p:nvPr>
        </p:nvSpPr>
        <p:spPr/>
        <p:txBody>
          <a:bodyPr/>
          <a:lstStyle/>
          <a:p>
            <a:pPr eaLnBrk="1" hangingPunct="1"/>
            <a:endParaRPr lang="zh-CN" altLang="en-US" smtClean="0">
              <a:solidFill>
                <a:srgbClr val="000000"/>
              </a:solidFill>
              <a:ea typeface="宋体"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97B9FA3-DDFF-4256-A74E-A55E36F2674E}"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20</a:t>
            </a:fld>
            <a:endParaRPr lang="en-US" altLang="zh-CN">
              <a:latin typeface="Arial" pitchFamily="34" charset="0"/>
              <a:cs typeface="Arial" pitchFamily="34" charset="0"/>
            </a:endParaRPr>
          </a:p>
        </p:txBody>
      </p:sp>
      <p:sp>
        <p:nvSpPr>
          <p:cNvPr id="135171" name="Rectangle 2"/>
          <p:cNvSpPr>
            <a:spLocks noGrp="1" noChangeArrowheads="1"/>
          </p:cNvSpPr>
          <p:nvPr>
            <p:ph type="title"/>
          </p:nvPr>
        </p:nvSpPr>
        <p:spPr/>
        <p:txBody>
          <a:bodyPr/>
          <a:lstStyle/>
          <a:p>
            <a:pPr eaLnBrk="1" hangingPunct="1"/>
            <a:endParaRPr lang="zh-CN" altLang="en-US" smtClean="0">
              <a:ea typeface="宋体" pitchFamily="2" charset="-122"/>
            </a:endParaRPr>
          </a:p>
        </p:txBody>
      </p:sp>
      <p:sp>
        <p:nvSpPr>
          <p:cNvPr id="135172" name="Rectangle 3"/>
          <p:cNvSpPr>
            <a:spLocks noGrp="1" noChangeArrowheads="1"/>
          </p:cNvSpPr>
          <p:nvPr>
            <p:ph type="body" idx="1"/>
          </p:nvPr>
        </p:nvSpPr>
        <p:spPr/>
        <p:txBody>
          <a:bodyPr/>
          <a:lstStyle/>
          <a:p>
            <a:pPr eaLnBrk="1" hangingPunct="1"/>
            <a:endParaRPr lang="zh-CN" altLang="en-US" smtClean="0">
              <a:solidFill>
                <a:srgbClr val="000000"/>
              </a:solidFill>
              <a:ea typeface="宋体"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E57FDA9-1CA6-4C95-A96E-14F0B3C7A29D}"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21</a:t>
            </a:fld>
            <a:endParaRPr lang="en-US" altLang="zh-CN">
              <a:latin typeface="Arial" pitchFamily="34" charset="0"/>
              <a:cs typeface="Arial" pitchFamily="34" charset="0"/>
            </a:endParaRPr>
          </a:p>
        </p:txBody>
      </p:sp>
      <p:sp>
        <p:nvSpPr>
          <p:cNvPr id="136195" name="Rectangle 2"/>
          <p:cNvSpPr>
            <a:spLocks noGrp="1" noChangeArrowheads="1"/>
          </p:cNvSpPr>
          <p:nvPr>
            <p:ph type="title"/>
          </p:nvPr>
        </p:nvSpPr>
        <p:spPr/>
        <p:txBody>
          <a:bodyPr/>
          <a:lstStyle/>
          <a:p>
            <a:pPr eaLnBrk="1" hangingPunct="1"/>
            <a:endParaRPr lang="zh-CN" altLang="en-US" smtClean="0">
              <a:ea typeface="宋体" pitchFamily="2" charset="-122"/>
            </a:endParaRPr>
          </a:p>
        </p:txBody>
      </p:sp>
      <p:sp>
        <p:nvSpPr>
          <p:cNvPr id="136196" name="Rectangle 3"/>
          <p:cNvSpPr>
            <a:spLocks noGrp="1" noChangeArrowheads="1"/>
          </p:cNvSpPr>
          <p:nvPr>
            <p:ph type="body" idx="1"/>
          </p:nvPr>
        </p:nvSpPr>
        <p:spPr/>
        <p:txBody>
          <a:bodyPr/>
          <a:lstStyle/>
          <a:p>
            <a:pPr eaLnBrk="1" hangingPunct="1"/>
            <a:endParaRPr lang="zh-CN" altLang="en-US" smtClean="0">
              <a:solidFill>
                <a:srgbClr val="000000"/>
              </a:solidFill>
              <a:ea typeface="宋体"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23A0F-69E9-4D3D-8C60-02124C0D90A9}"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22</a:t>
            </a:fld>
            <a:endParaRPr lang="en-US" altLang="zh-CN">
              <a:latin typeface="Arial" pitchFamily="34" charset="0"/>
              <a:cs typeface="Arial" pitchFamily="34" charset="0"/>
            </a:endParaRPr>
          </a:p>
        </p:txBody>
      </p:sp>
      <p:sp>
        <p:nvSpPr>
          <p:cNvPr id="137219" name="Rectangle 2"/>
          <p:cNvSpPr>
            <a:spLocks noGrp="1" noChangeArrowheads="1"/>
          </p:cNvSpPr>
          <p:nvPr>
            <p:ph type="title"/>
          </p:nvPr>
        </p:nvSpPr>
        <p:spPr/>
        <p:txBody>
          <a:bodyPr/>
          <a:lstStyle/>
          <a:p>
            <a:pPr eaLnBrk="1" hangingPunct="1"/>
            <a:endParaRPr lang="zh-CN" altLang="en-US" smtClean="0">
              <a:ea typeface="宋体" pitchFamily="2" charset="-122"/>
            </a:endParaRPr>
          </a:p>
        </p:txBody>
      </p:sp>
      <p:sp>
        <p:nvSpPr>
          <p:cNvPr id="137220" name="Rectangle 3"/>
          <p:cNvSpPr>
            <a:spLocks noGrp="1" noChangeArrowheads="1"/>
          </p:cNvSpPr>
          <p:nvPr>
            <p:ph type="body" idx="1"/>
          </p:nvPr>
        </p:nvSpPr>
        <p:spPr/>
        <p:txBody>
          <a:bodyPr/>
          <a:lstStyle/>
          <a:p>
            <a:pPr eaLnBrk="1" hangingPunct="1"/>
            <a:endParaRPr lang="zh-CN" altLang="en-US" smtClean="0">
              <a:solidFill>
                <a:srgbClr val="000000"/>
              </a:solidFill>
              <a:ea typeface="宋体"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5E16794-C6EE-492D-AB24-6EAD6C5EDF03}"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23</a:t>
            </a:fld>
            <a:endParaRPr lang="en-US" altLang="zh-CN">
              <a:latin typeface="Arial" pitchFamily="34" charset="0"/>
              <a:cs typeface="Arial" pitchFamily="34" charset="0"/>
            </a:endParaRPr>
          </a:p>
        </p:txBody>
      </p:sp>
      <p:sp>
        <p:nvSpPr>
          <p:cNvPr id="138243" name="Rectangle 2"/>
          <p:cNvSpPr>
            <a:spLocks noGrp="1" noChangeArrowheads="1"/>
          </p:cNvSpPr>
          <p:nvPr>
            <p:ph type="title"/>
          </p:nvPr>
        </p:nvSpPr>
        <p:spPr/>
        <p:txBody>
          <a:bodyPr/>
          <a:lstStyle/>
          <a:p>
            <a:pPr eaLnBrk="1" hangingPunct="1"/>
            <a:endParaRPr lang="zh-CN" altLang="en-US" smtClean="0">
              <a:ea typeface="宋体" pitchFamily="2" charset="-122"/>
            </a:endParaRPr>
          </a:p>
        </p:txBody>
      </p:sp>
      <p:sp>
        <p:nvSpPr>
          <p:cNvPr id="138244" name="Rectangle 3"/>
          <p:cNvSpPr>
            <a:spLocks noGrp="1" noChangeArrowheads="1"/>
          </p:cNvSpPr>
          <p:nvPr>
            <p:ph type="body" idx="1"/>
          </p:nvPr>
        </p:nvSpPr>
        <p:spPr/>
        <p:txBody>
          <a:bodyPr/>
          <a:lstStyle/>
          <a:p>
            <a:pPr eaLnBrk="1" hangingPunct="1"/>
            <a:endParaRPr lang="zh-CN" altLang="en-US" smtClean="0">
              <a:solidFill>
                <a:srgbClr val="000000"/>
              </a:solidFill>
              <a:ea typeface="宋体"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43FD807-2CA8-4802-89D7-637DB40251C6}"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24</a:t>
            </a:fld>
            <a:endParaRPr lang="en-US" altLang="zh-CN">
              <a:latin typeface="Arial" pitchFamily="34" charset="0"/>
              <a:cs typeface="Arial" pitchFamily="34" charset="0"/>
            </a:endParaRPr>
          </a:p>
        </p:txBody>
      </p:sp>
      <p:sp>
        <p:nvSpPr>
          <p:cNvPr id="139267" name="Rectangle 2"/>
          <p:cNvSpPr>
            <a:spLocks noGrp="1" noChangeArrowheads="1"/>
          </p:cNvSpPr>
          <p:nvPr>
            <p:ph type="title"/>
          </p:nvPr>
        </p:nvSpPr>
        <p:spPr/>
        <p:txBody>
          <a:bodyPr/>
          <a:lstStyle/>
          <a:p>
            <a:pPr eaLnBrk="1" hangingPunct="1"/>
            <a:endParaRPr lang="zh-CN" altLang="en-US" smtClean="0">
              <a:ea typeface="宋体" pitchFamily="2" charset="-122"/>
            </a:endParaRPr>
          </a:p>
        </p:txBody>
      </p:sp>
      <p:sp>
        <p:nvSpPr>
          <p:cNvPr id="139268" name="Rectangle 3"/>
          <p:cNvSpPr>
            <a:spLocks noGrp="1" noChangeArrowheads="1"/>
          </p:cNvSpPr>
          <p:nvPr>
            <p:ph type="body" idx="1"/>
          </p:nvPr>
        </p:nvSpPr>
        <p:spPr/>
        <p:txBody>
          <a:bodyPr/>
          <a:lstStyle/>
          <a:p>
            <a:pPr eaLnBrk="1" hangingPunct="1"/>
            <a:endParaRPr lang="zh-CN" altLang="en-US" smtClean="0">
              <a:solidFill>
                <a:srgbClr val="000000"/>
              </a:solidFill>
              <a:ea typeface="宋体"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90FC386-9372-49C2-A89F-085B20766590}"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25</a:t>
            </a:fld>
            <a:endParaRPr lang="en-US" altLang="zh-CN">
              <a:latin typeface="Arial" pitchFamily="34" charset="0"/>
              <a:cs typeface="Arial" pitchFamily="34" charset="0"/>
            </a:endParaRPr>
          </a:p>
        </p:txBody>
      </p:sp>
      <p:sp>
        <p:nvSpPr>
          <p:cNvPr id="140291" name="Rectangle 2"/>
          <p:cNvSpPr>
            <a:spLocks noGrp="1" noChangeArrowheads="1"/>
          </p:cNvSpPr>
          <p:nvPr>
            <p:ph type="title"/>
          </p:nvPr>
        </p:nvSpPr>
        <p:spPr/>
        <p:txBody>
          <a:bodyPr/>
          <a:lstStyle/>
          <a:p>
            <a:pPr eaLnBrk="1" hangingPunct="1"/>
            <a:endParaRPr lang="zh-CN" altLang="en-US" smtClean="0">
              <a:ea typeface="宋体" pitchFamily="2" charset="-122"/>
            </a:endParaRPr>
          </a:p>
        </p:txBody>
      </p:sp>
      <p:sp>
        <p:nvSpPr>
          <p:cNvPr id="140292" name="Rectangle 3"/>
          <p:cNvSpPr>
            <a:spLocks noGrp="1" noChangeArrowheads="1"/>
          </p:cNvSpPr>
          <p:nvPr>
            <p:ph type="body" idx="1"/>
          </p:nvPr>
        </p:nvSpPr>
        <p:spPr/>
        <p:txBody>
          <a:bodyPr/>
          <a:lstStyle/>
          <a:p>
            <a:pPr eaLnBrk="1" hangingPunct="1"/>
            <a:endParaRPr lang="zh-CN" altLang="en-US" smtClean="0">
              <a:solidFill>
                <a:srgbClr val="000000"/>
              </a:solidFill>
              <a:ea typeface="宋体"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F8C97D5-D96E-46E6-A811-557938C6F056}"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26</a:t>
            </a:fld>
            <a:endParaRPr lang="en-US" altLang="zh-CN">
              <a:latin typeface="Arial" pitchFamily="34" charset="0"/>
              <a:cs typeface="Arial" pitchFamily="34" charset="0"/>
            </a:endParaRPr>
          </a:p>
        </p:txBody>
      </p:sp>
      <p:sp>
        <p:nvSpPr>
          <p:cNvPr id="141315" name="Rectangle 2"/>
          <p:cNvSpPr>
            <a:spLocks noGrp="1" noChangeArrowheads="1"/>
          </p:cNvSpPr>
          <p:nvPr>
            <p:ph type="title"/>
          </p:nvPr>
        </p:nvSpPr>
        <p:spPr/>
        <p:txBody>
          <a:bodyPr/>
          <a:lstStyle/>
          <a:p>
            <a:pPr eaLnBrk="1" hangingPunct="1"/>
            <a:endParaRPr lang="zh-CN" altLang="en-US" smtClean="0">
              <a:ea typeface="宋体" pitchFamily="2" charset="-122"/>
            </a:endParaRPr>
          </a:p>
        </p:txBody>
      </p:sp>
      <p:sp>
        <p:nvSpPr>
          <p:cNvPr id="141316" name="Rectangle 3"/>
          <p:cNvSpPr>
            <a:spLocks noGrp="1" noChangeArrowheads="1"/>
          </p:cNvSpPr>
          <p:nvPr>
            <p:ph type="body" idx="1"/>
          </p:nvPr>
        </p:nvSpPr>
        <p:spPr/>
        <p:txBody>
          <a:bodyPr/>
          <a:lstStyle/>
          <a:p>
            <a:pPr eaLnBrk="1" hangingPunct="1"/>
            <a:endParaRPr lang="zh-CN" altLang="en-US" smtClean="0">
              <a:solidFill>
                <a:srgbClr val="000000"/>
              </a:solidFill>
              <a:ea typeface="宋体"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C9C9D0F-100D-4399-93AF-30556BFF026A}"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27</a:t>
            </a:fld>
            <a:endParaRPr lang="en-US" altLang="zh-CN">
              <a:latin typeface="Arial" pitchFamily="34" charset="0"/>
              <a:cs typeface="Arial" pitchFamily="34" charset="0"/>
            </a:endParaRPr>
          </a:p>
        </p:txBody>
      </p:sp>
      <p:sp>
        <p:nvSpPr>
          <p:cNvPr id="142339" name="Rectangle 2"/>
          <p:cNvSpPr>
            <a:spLocks noGrp="1" noChangeArrowheads="1"/>
          </p:cNvSpPr>
          <p:nvPr>
            <p:ph type="title"/>
          </p:nvPr>
        </p:nvSpPr>
        <p:spPr/>
        <p:txBody>
          <a:bodyPr/>
          <a:lstStyle/>
          <a:p>
            <a:pPr eaLnBrk="1" hangingPunct="1"/>
            <a:endParaRPr lang="zh-CN" altLang="en-US" smtClean="0">
              <a:ea typeface="宋体" pitchFamily="2" charset="-122"/>
            </a:endParaRPr>
          </a:p>
        </p:txBody>
      </p:sp>
      <p:sp>
        <p:nvSpPr>
          <p:cNvPr id="142340" name="Rectangle 3"/>
          <p:cNvSpPr>
            <a:spLocks noGrp="1" noChangeArrowheads="1"/>
          </p:cNvSpPr>
          <p:nvPr>
            <p:ph type="body" idx="1"/>
          </p:nvPr>
        </p:nvSpPr>
        <p:spPr/>
        <p:txBody>
          <a:bodyPr/>
          <a:lstStyle/>
          <a:p>
            <a:pPr eaLnBrk="1" hangingPunct="1"/>
            <a:endParaRPr lang="zh-CN" altLang="en-US" smtClean="0">
              <a:solidFill>
                <a:srgbClr val="000000"/>
              </a:solidFill>
              <a:ea typeface="宋体"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44C3213-D62C-4EFF-A5B1-4663757DC352}"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28</a:t>
            </a:fld>
            <a:endParaRPr lang="en-US" altLang="zh-CN">
              <a:latin typeface="Arial" pitchFamily="34" charset="0"/>
              <a:cs typeface="Arial" pitchFamily="34" charset="0"/>
            </a:endParaRPr>
          </a:p>
        </p:txBody>
      </p:sp>
      <p:sp>
        <p:nvSpPr>
          <p:cNvPr id="143363" name="Rectangle 2"/>
          <p:cNvSpPr>
            <a:spLocks noGrp="1" noChangeArrowheads="1"/>
          </p:cNvSpPr>
          <p:nvPr>
            <p:ph type="title"/>
          </p:nvPr>
        </p:nvSpPr>
        <p:spPr/>
        <p:txBody>
          <a:bodyPr/>
          <a:lstStyle/>
          <a:p>
            <a:pPr eaLnBrk="1" hangingPunct="1"/>
            <a:endParaRPr lang="zh-CN" altLang="en-US" smtClean="0">
              <a:ea typeface="宋体" pitchFamily="2" charset="-122"/>
            </a:endParaRPr>
          </a:p>
        </p:txBody>
      </p:sp>
      <p:sp>
        <p:nvSpPr>
          <p:cNvPr id="143364" name="Rectangle 3"/>
          <p:cNvSpPr>
            <a:spLocks noGrp="1" noChangeArrowheads="1"/>
          </p:cNvSpPr>
          <p:nvPr>
            <p:ph type="body" idx="1"/>
          </p:nvPr>
        </p:nvSpPr>
        <p:spPr/>
        <p:txBody>
          <a:bodyPr/>
          <a:lstStyle/>
          <a:p>
            <a:pPr eaLnBrk="1" hangingPunct="1"/>
            <a:endParaRPr lang="zh-CN" altLang="en-US" smtClean="0">
              <a:solidFill>
                <a:srgbClr val="000000"/>
              </a:solidFill>
              <a:ea typeface="宋体"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Number Placeholder 3"/>
          <p:cNvSpPr>
            <a:spLocks noGrp="1"/>
          </p:cNvSpPr>
          <p:nvPr>
            <p:ph type="sldNum" sz="quarter" idx="10"/>
          </p:nvPr>
        </p:nvSpPr>
        <p:spPr>
          <a:noFill/>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4E4273F-1056-41C5-92B8-F3AD27BBFD74}" type="slidenum">
              <a:rPr lang="en-US" altLang="zh-CN">
                <a:latin typeface="Arial" pitchFamily="34" charset="0"/>
                <a:cs typeface="Arial" pitchFamily="34" charset="0"/>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29</a:t>
            </a:fld>
            <a:endParaRPr lang="en-US" altLang="zh-CN">
              <a:latin typeface="Arial" pitchFamily="34" charset="0"/>
              <a:cs typeface="Arial" pitchFamily="34" charset="0"/>
            </a:endParaRPr>
          </a:p>
        </p:txBody>
      </p:sp>
      <p:sp>
        <p:nvSpPr>
          <p:cNvPr id="144387" name="Rectangle 2"/>
          <p:cNvSpPr>
            <a:spLocks noGrp="1" noChangeArrowheads="1"/>
          </p:cNvSpPr>
          <p:nvPr>
            <p:ph type="title"/>
          </p:nvPr>
        </p:nvSpPr>
        <p:spPr/>
        <p:txBody>
          <a:bodyPr/>
          <a:lstStyle/>
          <a:p>
            <a:pPr eaLnBrk="1" hangingPunct="1"/>
            <a:endParaRPr lang="zh-CN" altLang="en-US" smtClean="0">
              <a:ea typeface="宋体" pitchFamily="2" charset="-122"/>
            </a:endParaRPr>
          </a:p>
        </p:txBody>
      </p:sp>
      <p:sp>
        <p:nvSpPr>
          <p:cNvPr id="144388" name="Rectangle 3"/>
          <p:cNvSpPr>
            <a:spLocks noGrp="1" noChangeArrowheads="1"/>
          </p:cNvSpPr>
          <p:nvPr>
            <p:ph type="body" idx="1"/>
          </p:nvPr>
        </p:nvSpPr>
        <p:spPr/>
        <p:txBody>
          <a:bodyPr/>
          <a:lstStyle/>
          <a:p>
            <a:pPr eaLnBrk="1" hangingPunct="1"/>
            <a:endParaRPr lang="zh-CN" altLang="en-US" smtClean="0">
              <a:solidFill>
                <a:srgbClr val="000000"/>
              </a:solidFill>
              <a:ea typeface="宋体" pitchFamily="2" charset="-122"/>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Arial"/>
        <a:ea typeface=""/>
        <a:cs typeface="Lucida Sans Unicode"/>
      </a:majorFont>
      <a:minorFont>
        <a:latin typeface="Arial"/>
        <a:ea typefac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48F185"/>
          </a:buClr>
          <a:buSzTx/>
          <a:buFont typeface="Times New Roman" pitchFamily="18" charset="0"/>
          <a:buNone/>
          <a:tabLst/>
          <a:defRPr kumimoji="0" lang="en-GB" sz="1600" b="0" i="0" u="none" strike="noStrike" cap="none" normalizeH="0" baseline="0" smtClean="0">
            <a:ln>
              <a:noFill/>
            </a:ln>
            <a:solidFill>
              <a:schemeClr val="bg1"/>
            </a:solidFill>
            <a:effectLst/>
            <a:latin typeface="Arial" pitchFamily="34" charset="0"/>
            <a:cs typeface="Lucida Sans Unicode" pitchFamily="34"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48F185"/>
          </a:buClr>
          <a:buSzTx/>
          <a:buFont typeface="Times New Roman" pitchFamily="18" charset="0"/>
          <a:buNone/>
          <a:tabLst/>
          <a:defRPr kumimoji="0" lang="en-GB" sz="1600" b="0" i="0" u="none" strike="noStrike" cap="none" normalizeH="0" baseline="0" smtClean="0">
            <a:ln>
              <a:noFill/>
            </a:ln>
            <a:solidFill>
              <a:schemeClr val="bg1"/>
            </a:solidFill>
            <a:effectLst/>
            <a:latin typeface="Arial" pitchFamily="34" charset="0"/>
            <a:cs typeface="Lucida Sans Unicode"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8728</TotalTime>
  <Pages>0</Pages>
  <Words>695</Words>
  <Characters>0</Characters>
  <Application>WPS Office 个人版</Application>
  <DocSecurity>0</DocSecurity>
  <PresentationFormat>On-screen Show (4:3)</PresentationFormat>
  <Lines>0</Lines>
  <Paragraphs>187</Paragraphs>
  <Slides>29</Slides>
  <Notes>29</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29</vt:i4>
      </vt:variant>
    </vt:vector>
  </HeadingPairs>
  <TitlesOfParts>
    <vt:vector size="32" baseType="lpstr">
      <vt:lpstr>Default Design</vt:lpstr>
      <vt:lpstr>Package</vt:lpstr>
      <vt:lpstr>包装程序外壳对象</vt:lpstr>
      <vt:lpstr>HSM relate</vt:lpstr>
      <vt:lpstr>RMM </vt:lpstr>
      <vt:lpstr>RMMALTER</vt:lpstr>
      <vt:lpstr>RMMExxxx</vt:lpstr>
      <vt:lpstr>RMMDAAIR</vt:lpstr>
      <vt:lpstr>RMMBAAIR</vt:lpstr>
      <vt:lpstr>RMMHAAIR</vt:lpstr>
      <vt:lpstr>RMMVAAIR</vt:lpstr>
      <vt:lpstr>RMMPAAIR</vt:lpstr>
      <vt:lpstr>RMMAAAIA</vt:lpstr>
      <vt:lpstr>RMMEAAIR</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Manager/>
  <Company>SSG</Company>
  <LinksUpToDate>false</LinksUpToDate>
  <CharactersWithSpaces>0</CharactersWithSpaces>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Best Practices: Tape Storage Administration with DFSMSrmm</dc:title>
  <dc:subject>z/OS DFSMSrmm Best Practices</dc:subject>
  <dc:creator>Horst Sinram</dc:creator>
  <cp:keywords>z/OS DFSMSrmm Best Practices</cp:keywords>
  <dc:description/>
  <cp:lastModifiedBy>ADMINIBM</cp:lastModifiedBy>
  <cp:revision>751</cp:revision>
  <cp:lastPrinted>1601-01-01T00:00:00Z</cp:lastPrinted>
  <dcterms:created xsi:type="dcterms:W3CDTF">2010-07-10T08:31:04Z</dcterms:created>
  <dcterms:modified xsi:type="dcterms:W3CDTF">2014-05-23T03:17:27Z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2052-6.6.0.2699</vt:lpwstr>
  </property>
</Properties>
</file>